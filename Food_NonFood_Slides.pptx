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02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4" Type="http://schemas.openxmlformats.org/officeDocument/2006/relationships/image" Target="../media/image26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36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4" Type="http://schemas.openxmlformats.org/officeDocument/2006/relationships/image" Target="../media/image4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4" Type="http://schemas.openxmlformats.org/officeDocument/2006/relationships/image" Target="../media/image26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36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4" Type="http://schemas.openxmlformats.org/officeDocument/2006/relationships/image" Target="../media/image4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>
      <a:schemeClr val="accent2"/>
      <a:schemeClr val="accent3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2F7E15-CA02-473B-9ECC-BEF6C0406B7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2" csCatId="colorful" phldr="1"/>
      <dgm:spPr/>
      <dgm:t>
        <a:bodyPr/>
        <a:lstStyle/>
        <a:p>
          <a:endParaRPr lang="en-US"/>
        </a:p>
      </dgm:t>
    </dgm:pt>
    <dgm:pt modelId="{4617F341-D6FA-4EDA-AF0F-5487109CC87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Phân loại ảnh Food vs Non-Food</a:t>
          </a:r>
        </a:p>
      </dgm:t>
    </dgm:pt>
    <dgm:pt modelId="{B6138ADD-B7CE-4587-A51A-AC6A6DBBB507}" type="parTrans" cxnId="{EB634502-2075-48BC-8531-BA8734CB9F62}">
      <dgm:prSet/>
      <dgm:spPr/>
      <dgm:t>
        <a:bodyPr/>
        <a:lstStyle/>
        <a:p>
          <a:endParaRPr lang="en-US"/>
        </a:p>
      </dgm:t>
    </dgm:pt>
    <dgm:pt modelId="{979662E5-F6FA-4D12-AEF6-B25153636478}" type="sibTrans" cxnId="{EB634502-2075-48BC-8531-BA8734CB9F62}">
      <dgm:prSet/>
      <dgm:spPr/>
      <dgm:t>
        <a:bodyPr/>
        <a:lstStyle/>
        <a:p>
          <a:endParaRPr lang="en-US"/>
        </a:p>
      </dgm:t>
    </dgm:pt>
    <dgm:pt modelId="{F10092B1-4125-48A5-AF66-C4D54CFF3E7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Mục tiêu: mô hình dự đoán nhanh, chính xác</a:t>
          </a:r>
        </a:p>
      </dgm:t>
    </dgm:pt>
    <dgm:pt modelId="{0014A9A5-ED1B-4415-A15A-E3A9E57F476D}" type="parTrans" cxnId="{6122B4DE-4889-47B5-AE38-85BD20C07699}">
      <dgm:prSet/>
      <dgm:spPr/>
      <dgm:t>
        <a:bodyPr/>
        <a:lstStyle/>
        <a:p>
          <a:endParaRPr lang="en-US"/>
        </a:p>
      </dgm:t>
    </dgm:pt>
    <dgm:pt modelId="{6832128D-ACBF-4C52-A2BC-3A5452DA6AA2}" type="sibTrans" cxnId="{6122B4DE-4889-47B5-AE38-85BD20C07699}">
      <dgm:prSet/>
      <dgm:spPr/>
      <dgm:t>
        <a:bodyPr/>
        <a:lstStyle/>
        <a:p>
          <a:endParaRPr lang="en-US"/>
        </a:p>
      </dgm:t>
    </dgm:pt>
    <dgm:pt modelId="{B86756C1-8531-4355-8C7B-D87E0C32ABA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Triển khai trên Kaggle Notebook với GPU</a:t>
          </a:r>
        </a:p>
      </dgm:t>
    </dgm:pt>
    <dgm:pt modelId="{0440F34C-4B65-4BFF-BC54-D84D7F6B99DB}" type="parTrans" cxnId="{7345DB95-B8E6-4EF3-8388-7C23969299B7}">
      <dgm:prSet/>
      <dgm:spPr/>
      <dgm:t>
        <a:bodyPr/>
        <a:lstStyle/>
        <a:p>
          <a:endParaRPr lang="en-US"/>
        </a:p>
      </dgm:t>
    </dgm:pt>
    <dgm:pt modelId="{7981A59D-A60D-4FDC-96F1-DFE175596750}" type="sibTrans" cxnId="{7345DB95-B8E6-4EF3-8388-7C23969299B7}">
      <dgm:prSet/>
      <dgm:spPr/>
      <dgm:t>
        <a:bodyPr/>
        <a:lstStyle/>
        <a:p>
          <a:endParaRPr lang="en-US"/>
        </a:p>
      </dgm:t>
    </dgm:pt>
    <dgm:pt modelId="{8EAFB0CE-60AA-404F-BB6B-6F3FACA5B15D}" type="pres">
      <dgm:prSet presAssocID="{F72F7E15-CA02-473B-9ECC-BEF6C0406B79}" presName="root" presStyleCnt="0">
        <dgm:presLayoutVars>
          <dgm:dir/>
          <dgm:resizeHandles val="exact"/>
        </dgm:presLayoutVars>
      </dgm:prSet>
      <dgm:spPr/>
    </dgm:pt>
    <dgm:pt modelId="{7C91A26B-A217-4DD8-BC7E-9FDD9D56218C}" type="pres">
      <dgm:prSet presAssocID="{4617F341-D6FA-4EDA-AF0F-5487109CC874}" presName="compNode" presStyleCnt="0"/>
      <dgm:spPr/>
    </dgm:pt>
    <dgm:pt modelId="{0637C1A9-B34C-48B2-8345-27E8E83E7952}" type="pres">
      <dgm:prSet presAssocID="{4617F341-D6FA-4EDA-AF0F-5487109CC874}" presName="iconBgRect" presStyleLbl="bgShp" presStyleIdx="0" presStyleCnt="3"/>
      <dgm:spPr/>
    </dgm:pt>
    <dgm:pt modelId="{9442F1D7-B3B7-4840-A3DA-9A1D888DD985}" type="pres">
      <dgm:prSet presAssocID="{4617F341-D6FA-4EDA-AF0F-5487109CC87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rger and Drink"/>
        </a:ext>
      </dgm:extLst>
    </dgm:pt>
    <dgm:pt modelId="{3CAF92AA-3194-4045-81AE-7CC65EF10B81}" type="pres">
      <dgm:prSet presAssocID="{4617F341-D6FA-4EDA-AF0F-5487109CC874}" presName="spaceRect" presStyleCnt="0"/>
      <dgm:spPr/>
    </dgm:pt>
    <dgm:pt modelId="{52EBBE9A-468D-464D-B505-BE70065C2D89}" type="pres">
      <dgm:prSet presAssocID="{4617F341-D6FA-4EDA-AF0F-5487109CC874}" presName="textRect" presStyleLbl="revTx" presStyleIdx="0" presStyleCnt="3">
        <dgm:presLayoutVars>
          <dgm:chMax val="1"/>
          <dgm:chPref val="1"/>
        </dgm:presLayoutVars>
      </dgm:prSet>
      <dgm:spPr/>
    </dgm:pt>
    <dgm:pt modelId="{5644DAE0-7376-4C7B-9EE2-92C57814682F}" type="pres">
      <dgm:prSet presAssocID="{979662E5-F6FA-4D12-AEF6-B25153636478}" presName="sibTrans" presStyleCnt="0"/>
      <dgm:spPr/>
    </dgm:pt>
    <dgm:pt modelId="{6726F05B-65B8-4851-A845-321E3EC3A458}" type="pres">
      <dgm:prSet presAssocID="{F10092B1-4125-48A5-AF66-C4D54CFF3E79}" presName="compNode" presStyleCnt="0"/>
      <dgm:spPr/>
    </dgm:pt>
    <dgm:pt modelId="{71CBBA25-2AEC-411D-9A30-F12588C170EE}" type="pres">
      <dgm:prSet presAssocID="{F10092B1-4125-48A5-AF66-C4D54CFF3E79}" presName="iconBgRect" presStyleLbl="bgShp" presStyleIdx="1" presStyleCnt="3"/>
      <dgm:spPr/>
    </dgm:pt>
    <dgm:pt modelId="{0FE3630A-703B-4CF0-B4E8-A7474D7DC008}" type="pres">
      <dgm:prSet presAssocID="{F10092B1-4125-48A5-AF66-C4D54CFF3E7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e"/>
        </a:ext>
      </dgm:extLst>
    </dgm:pt>
    <dgm:pt modelId="{1348378B-AB2A-46B5-A618-41554F056519}" type="pres">
      <dgm:prSet presAssocID="{F10092B1-4125-48A5-AF66-C4D54CFF3E79}" presName="spaceRect" presStyleCnt="0"/>
      <dgm:spPr/>
    </dgm:pt>
    <dgm:pt modelId="{96D8F644-D4AA-4796-880B-CD57009BADC7}" type="pres">
      <dgm:prSet presAssocID="{F10092B1-4125-48A5-AF66-C4D54CFF3E79}" presName="textRect" presStyleLbl="revTx" presStyleIdx="1" presStyleCnt="3">
        <dgm:presLayoutVars>
          <dgm:chMax val="1"/>
          <dgm:chPref val="1"/>
        </dgm:presLayoutVars>
      </dgm:prSet>
      <dgm:spPr/>
    </dgm:pt>
    <dgm:pt modelId="{F2BA97C3-573D-445D-AD15-6A63D9A7D345}" type="pres">
      <dgm:prSet presAssocID="{6832128D-ACBF-4C52-A2BC-3A5452DA6AA2}" presName="sibTrans" presStyleCnt="0"/>
      <dgm:spPr/>
    </dgm:pt>
    <dgm:pt modelId="{A9FFFFA3-99BF-4445-B744-67D67E914AEA}" type="pres">
      <dgm:prSet presAssocID="{B86756C1-8531-4355-8C7B-D87E0C32ABAA}" presName="compNode" presStyleCnt="0"/>
      <dgm:spPr/>
    </dgm:pt>
    <dgm:pt modelId="{773CF04B-44BC-46E6-8CC6-E89B8101588E}" type="pres">
      <dgm:prSet presAssocID="{B86756C1-8531-4355-8C7B-D87E0C32ABAA}" presName="iconBgRect" presStyleLbl="bgShp" presStyleIdx="2" presStyleCnt="3"/>
      <dgm:spPr/>
    </dgm:pt>
    <dgm:pt modelId="{CE68253A-6D35-4330-AE74-B08698217A69}" type="pres">
      <dgm:prSet presAssocID="{B86756C1-8531-4355-8C7B-D87E0C32ABA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898BBB2-20C3-4F12-9B4F-483E8C92355B}" type="pres">
      <dgm:prSet presAssocID="{B86756C1-8531-4355-8C7B-D87E0C32ABAA}" presName="spaceRect" presStyleCnt="0"/>
      <dgm:spPr/>
    </dgm:pt>
    <dgm:pt modelId="{48E645A6-77E7-4202-944C-A51E227D80B5}" type="pres">
      <dgm:prSet presAssocID="{B86756C1-8531-4355-8C7B-D87E0C32ABA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B634502-2075-48BC-8531-BA8734CB9F62}" srcId="{F72F7E15-CA02-473B-9ECC-BEF6C0406B79}" destId="{4617F341-D6FA-4EDA-AF0F-5487109CC874}" srcOrd="0" destOrd="0" parTransId="{B6138ADD-B7CE-4587-A51A-AC6A6DBBB507}" sibTransId="{979662E5-F6FA-4D12-AEF6-B25153636478}"/>
    <dgm:cxn modelId="{ECD59F6A-9CD1-4DBB-8D1D-BE4C5B04C049}" type="presOf" srcId="{4617F341-D6FA-4EDA-AF0F-5487109CC874}" destId="{52EBBE9A-468D-464D-B505-BE70065C2D89}" srcOrd="0" destOrd="0" presId="urn:microsoft.com/office/officeart/2018/5/layout/IconCircleLabelList"/>
    <dgm:cxn modelId="{6D612E4B-4473-4529-AD1F-C2094BF312DB}" type="presOf" srcId="{B86756C1-8531-4355-8C7B-D87E0C32ABAA}" destId="{48E645A6-77E7-4202-944C-A51E227D80B5}" srcOrd="0" destOrd="0" presId="urn:microsoft.com/office/officeart/2018/5/layout/IconCircleLabelList"/>
    <dgm:cxn modelId="{7345DB95-B8E6-4EF3-8388-7C23969299B7}" srcId="{F72F7E15-CA02-473B-9ECC-BEF6C0406B79}" destId="{B86756C1-8531-4355-8C7B-D87E0C32ABAA}" srcOrd="2" destOrd="0" parTransId="{0440F34C-4B65-4BFF-BC54-D84D7F6B99DB}" sibTransId="{7981A59D-A60D-4FDC-96F1-DFE175596750}"/>
    <dgm:cxn modelId="{3136A899-A0AE-46C8-B954-FBA05FA73352}" type="presOf" srcId="{F72F7E15-CA02-473B-9ECC-BEF6C0406B79}" destId="{8EAFB0CE-60AA-404F-BB6B-6F3FACA5B15D}" srcOrd="0" destOrd="0" presId="urn:microsoft.com/office/officeart/2018/5/layout/IconCircleLabelList"/>
    <dgm:cxn modelId="{78EC0FB6-1846-412F-844C-EB432C4509B9}" type="presOf" srcId="{F10092B1-4125-48A5-AF66-C4D54CFF3E79}" destId="{96D8F644-D4AA-4796-880B-CD57009BADC7}" srcOrd="0" destOrd="0" presId="urn:microsoft.com/office/officeart/2018/5/layout/IconCircleLabelList"/>
    <dgm:cxn modelId="{6122B4DE-4889-47B5-AE38-85BD20C07699}" srcId="{F72F7E15-CA02-473B-9ECC-BEF6C0406B79}" destId="{F10092B1-4125-48A5-AF66-C4D54CFF3E79}" srcOrd="1" destOrd="0" parTransId="{0014A9A5-ED1B-4415-A15A-E3A9E57F476D}" sibTransId="{6832128D-ACBF-4C52-A2BC-3A5452DA6AA2}"/>
    <dgm:cxn modelId="{7E229343-F8C2-409B-A07E-FC1844C5862D}" type="presParOf" srcId="{8EAFB0CE-60AA-404F-BB6B-6F3FACA5B15D}" destId="{7C91A26B-A217-4DD8-BC7E-9FDD9D56218C}" srcOrd="0" destOrd="0" presId="urn:microsoft.com/office/officeart/2018/5/layout/IconCircleLabelList"/>
    <dgm:cxn modelId="{F14CB915-8622-4536-88AC-08B30A8D9E10}" type="presParOf" srcId="{7C91A26B-A217-4DD8-BC7E-9FDD9D56218C}" destId="{0637C1A9-B34C-48B2-8345-27E8E83E7952}" srcOrd="0" destOrd="0" presId="urn:microsoft.com/office/officeart/2018/5/layout/IconCircleLabelList"/>
    <dgm:cxn modelId="{CBC6283C-DA65-4442-94A4-4F386ED43F0C}" type="presParOf" srcId="{7C91A26B-A217-4DD8-BC7E-9FDD9D56218C}" destId="{9442F1D7-B3B7-4840-A3DA-9A1D888DD985}" srcOrd="1" destOrd="0" presId="urn:microsoft.com/office/officeart/2018/5/layout/IconCircleLabelList"/>
    <dgm:cxn modelId="{F3D9AEF8-9BC6-4478-AD7B-EEC83BAC056E}" type="presParOf" srcId="{7C91A26B-A217-4DD8-BC7E-9FDD9D56218C}" destId="{3CAF92AA-3194-4045-81AE-7CC65EF10B81}" srcOrd="2" destOrd="0" presId="urn:microsoft.com/office/officeart/2018/5/layout/IconCircleLabelList"/>
    <dgm:cxn modelId="{481F1D7F-0876-4563-9A9F-EEBCD714F677}" type="presParOf" srcId="{7C91A26B-A217-4DD8-BC7E-9FDD9D56218C}" destId="{52EBBE9A-468D-464D-B505-BE70065C2D89}" srcOrd="3" destOrd="0" presId="urn:microsoft.com/office/officeart/2018/5/layout/IconCircleLabelList"/>
    <dgm:cxn modelId="{1092FD41-26D1-40C3-90C2-15E11A11CB42}" type="presParOf" srcId="{8EAFB0CE-60AA-404F-BB6B-6F3FACA5B15D}" destId="{5644DAE0-7376-4C7B-9EE2-92C57814682F}" srcOrd="1" destOrd="0" presId="urn:microsoft.com/office/officeart/2018/5/layout/IconCircleLabelList"/>
    <dgm:cxn modelId="{6FF13206-080F-4A55-9702-E6964453DB33}" type="presParOf" srcId="{8EAFB0CE-60AA-404F-BB6B-6F3FACA5B15D}" destId="{6726F05B-65B8-4851-A845-321E3EC3A458}" srcOrd="2" destOrd="0" presId="urn:microsoft.com/office/officeart/2018/5/layout/IconCircleLabelList"/>
    <dgm:cxn modelId="{86FDCEC1-DF42-45BE-BDEF-F3B07D1ECD7D}" type="presParOf" srcId="{6726F05B-65B8-4851-A845-321E3EC3A458}" destId="{71CBBA25-2AEC-411D-9A30-F12588C170EE}" srcOrd="0" destOrd="0" presId="urn:microsoft.com/office/officeart/2018/5/layout/IconCircleLabelList"/>
    <dgm:cxn modelId="{55FE90B3-6E65-4F85-AB44-24DF6CEA8F20}" type="presParOf" srcId="{6726F05B-65B8-4851-A845-321E3EC3A458}" destId="{0FE3630A-703B-4CF0-B4E8-A7474D7DC008}" srcOrd="1" destOrd="0" presId="urn:microsoft.com/office/officeart/2018/5/layout/IconCircleLabelList"/>
    <dgm:cxn modelId="{0EA13294-D6AC-4961-957B-6C995F2013DB}" type="presParOf" srcId="{6726F05B-65B8-4851-A845-321E3EC3A458}" destId="{1348378B-AB2A-46B5-A618-41554F056519}" srcOrd="2" destOrd="0" presId="urn:microsoft.com/office/officeart/2018/5/layout/IconCircleLabelList"/>
    <dgm:cxn modelId="{5AA26F44-513F-4A68-A5FD-EC262E6FFDB0}" type="presParOf" srcId="{6726F05B-65B8-4851-A845-321E3EC3A458}" destId="{96D8F644-D4AA-4796-880B-CD57009BADC7}" srcOrd="3" destOrd="0" presId="urn:microsoft.com/office/officeart/2018/5/layout/IconCircleLabelList"/>
    <dgm:cxn modelId="{BB240961-0E17-48E9-B394-D2E537AF4818}" type="presParOf" srcId="{8EAFB0CE-60AA-404F-BB6B-6F3FACA5B15D}" destId="{F2BA97C3-573D-445D-AD15-6A63D9A7D345}" srcOrd="3" destOrd="0" presId="urn:microsoft.com/office/officeart/2018/5/layout/IconCircleLabelList"/>
    <dgm:cxn modelId="{FF412EB9-4B65-45A4-9AD8-691ABD022D37}" type="presParOf" srcId="{8EAFB0CE-60AA-404F-BB6B-6F3FACA5B15D}" destId="{A9FFFFA3-99BF-4445-B744-67D67E914AEA}" srcOrd="4" destOrd="0" presId="urn:microsoft.com/office/officeart/2018/5/layout/IconCircleLabelList"/>
    <dgm:cxn modelId="{B0E4CF54-7605-4E54-94EF-7894F64F3614}" type="presParOf" srcId="{A9FFFFA3-99BF-4445-B744-67D67E914AEA}" destId="{773CF04B-44BC-46E6-8CC6-E89B8101588E}" srcOrd="0" destOrd="0" presId="urn:microsoft.com/office/officeart/2018/5/layout/IconCircleLabelList"/>
    <dgm:cxn modelId="{39C80534-95A9-46A3-AC6A-7A2AEBAA2610}" type="presParOf" srcId="{A9FFFFA3-99BF-4445-B744-67D67E914AEA}" destId="{CE68253A-6D35-4330-AE74-B08698217A69}" srcOrd="1" destOrd="0" presId="urn:microsoft.com/office/officeart/2018/5/layout/IconCircleLabelList"/>
    <dgm:cxn modelId="{201B718A-39DB-4213-92B9-A679B0750940}" type="presParOf" srcId="{A9FFFFA3-99BF-4445-B744-67D67E914AEA}" destId="{4898BBB2-20C3-4F12-9B4F-483E8C92355B}" srcOrd="2" destOrd="0" presId="urn:microsoft.com/office/officeart/2018/5/layout/IconCircleLabelList"/>
    <dgm:cxn modelId="{4663D0EF-C9E9-4A70-AC37-B4E4C38C275C}" type="presParOf" srcId="{A9FFFFA3-99BF-4445-B744-67D67E914AEA}" destId="{48E645A6-77E7-4202-944C-A51E227D80B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77ECDA9-4BFA-4079-8026-2A7758F7384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29B22B9-0D30-4C72-91AA-2D40F47256ED}">
      <dgm:prSet/>
      <dgm:spPr/>
      <dgm:t>
        <a:bodyPr/>
        <a:lstStyle/>
        <a:p>
          <a:r>
            <a:rPr lang="en-US"/>
            <a:t>Input: Ảnh bất kỳ</a:t>
          </a:r>
        </a:p>
      </dgm:t>
    </dgm:pt>
    <dgm:pt modelId="{7DE12996-1231-4A16-84DF-D40F80836459}" type="parTrans" cxnId="{713C43AC-F4E4-40EA-8DA7-500D0BDB36DE}">
      <dgm:prSet/>
      <dgm:spPr/>
      <dgm:t>
        <a:bodyPr/>
        <a:lstStyle/>
        <a:p>
          <a:endParaRPr lang="en-US"/>
        </a:p>
      </dgm:t>
    </dgm:pt>
    <dgm:pt modelId="{9F2EB422-3B63-437B-B9BC-8BA6DD62B4D0}" type="sibTrans" cxnId="{713C43AC-F4E4-40EA-8DA7-500D0BDB36DE}">
      <dgm:prSet/>
      <dgm:spPr/>
      <dgm:t>
        <a:bodyPr/>
        <a:lstStyle/>
        <a:p>
          <a:endParaRPr lang="en-US"/>
        </a:p>
      </dgm:t>
    </dgm:pt>
    <dgm:pt modelId="{71F1AD37-13F9-4A59-ABF5-DC9833F53BC6}">
      <dgm:prSet/>
      <dgm:spPr/>
      <dgm:t>
        <a:bodyPr/>
        <a:lstStyle/>
        <a:p>
          <a:r>
            <a:rPr lang="en-US"/>
            <a:t>Output: Dự đoán Food hoặc Non-Food</a:t>
          </a:r>
        </a:p>
      </dgm:t>
    </dgm:pt>
    <dgm:pt modelId="{F9CA2180-1B07-411D-88C1-7CD8D4520776}" type="parTrans" cxnId="{78B52F5A-A675-47C9-A434-F19CA6B41220}">
      <dgm:prSet/>
      <dgm:spPr/>
      <dgm:t>
        <a:bodyPr/>
        <a:lstStyle/>
        <a:p>
          <a:endParaRPr lang="en-US"/>
        </a:p>
      </dgm:t>
    </dgm:pt>
    <dgm:pt modelId="{BE10C8E1-196B-4A3E-9414-B1517F5BEF3E}" type="sibTrans" cxnId="{78B52F5A-A675-47C9-A434-F19CA6B41220}">
      <dgm:prSet/>
      <dgm:spPr/>
      <dgm:t>
        <a:bodyPr/>
        <a:lstStyle/>
        <a:p>
          <a:endParaRPr lang="en-US"/>
        </a:p>
      </dgm:t>
    </dgm:pt>
    <dgm:pt modelId="{55BCBD0C-4B66-4CA6-AF33-A8F932F0A562}">
      <dgm:prSet/>
      <dgm:spPr/>
      <dgm:t>
        <a:bodyPr/>
        <a:lstStyle/>
        <a:p>
          <a:r>
            <a:rPr lang="en-US"/>
            <a:t>Ý nghĩa: hỗ trợ chế độ ăn, quản lý calo, phân loại ảnh mạng xã hội, nhận diện chi tiết món ăn</a:t>
          </a:r>
        </a:p>
      </dgm:t>
    </dgm:pt>
    <dgm:pt modelId="{6C17F0F3-0E9B-4467-9647-8F1CE5226812}" type="parTrans" cxnId="{8B4A2CE2-A3EE-418F-992F-D003A0A35299}">
      <dgm:prSet/>
      <dgm:spPr/>
      <dgm:t>
        <a:bodyPr/>
        <a:lstStyle/>
        <a:p>
          <a:endParaRPr lang="en-US"/>
        </a:p>
      </dgm:t>
    </dgm:pt>
    <dgm:pt modelId="{192C0014-F359-49A2-97A7-B298EFCA7863}" type="sibTrans" cxnId="{8B4A2CE2-A3EE-418F-992F-D003A0A35299}">
      <dgm:prSet/>
      <dgm:spPr/>
      <dgm:t>
        <a:bodyPr/>
        <a:lstStyle/>
        <a:p>
          <a:endParaRPr lang="en-US"/>
        </a:p>
      </dgm:t>
    </dgm:pt>
    <dgm:pt modelId="{6518CC55-ED91-4116-818F-01261E654C2A}" type="pres">
      <dgm:prSet presAssocID="{C77ECDA9-4BFA-4079-8026-2A7758F73843}" presName="root" presStyleCnt="0">
        <dgm:presLayoutVars>
          <dgm:dir/>
          <dgm:resizeHandles val="exact"/>
        </dgm:presLayoutVars>
      </dgm:prSet>
      <dgm:spPr/>
    </dgm:pt>
    <dgm:pt modelId="{35644F12-367E-49DB-A5A7-BA58D7CB31CC}" type="pres">
      <dgm:prSet presAssocID="{729B22B9-0D30-4C72-91AA-2D40F47256ED}" presName="compNode" presStyleCnt="0"/>
      <dgm:spPr/>
    </dgm:pt>
    <dgm:pt modelId="{86F99E49-A142-4DDC-B6F0-9444F7E4525C}" type="pres">
      <dgm:prSet presAssocID="{729B22B9-0D30-4C72-91AA-2D40F47256E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8C46ABEA-5505-4965-9CF3-560C483EE12E}" type="pres">
      <dgm:prSet presAssocID="{729B22B9-0D30-4C72-91AA-2D40F47256ED}" presName="spaceRect" presStyleCnt="0"/>
      <dgm:spPr/>
    </dgm:pt>
    <dgm:pt modelId="{B0F5957C-B538-4FDD-A44C-77A3386591A3}" type="pres">
      <dgm:prSet presAssocID="{729B22B9-0D30-4C72-91AA-2D40F47256ED}" presName="textRect" presStyleLbl="revTx" presStyleIdx="0" presStyleCnt="3">
        <dgm:presLayoutVars>
          <dgm:chMax val="1"/>
          <dgm:chPref val="1"/>
        </dgm:presLayoutVars>
      </dgm:prSet>
      <dgm:spPr/>
    </dgm:pt>
    <dgm:pt modelId="{83CEFA98-6208-4A8F-8DA5-09814E576AFA}" type="pres">
      <dgm:prSet presAssocID="{9F2EB422-3B63-437B-B9BC-8BA6DD62B4D0}" presName="sibTrans" presStyleCnt="0"/>
      <dgm:spPr/>
    </dgm:pt>
    <dgm:pt modelId="{256C2178-913E-4B2B-A04B-204E8B45AC7D}" type="pres">
      <dgm:prSet presAssocID="{71F1AD37-13F9-4A59-ABF5-DC9833F53BC6}" presName="compNode" presStyleCnt="0"/>
      <dgm:spPr/>
    </dgm:pt>
    <dgm:pt modelId="{36DAA369-816E-48A3-AF5D-4F22E41DA343}" type="pres">
      <dgm:prSet presAssocID="{71F1AD37-13F9-4A59-ABF5-DC9833F53BC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k and knife"/>
        </a:ext>
      </dgm:extLst>
    </dgm:pt>
    <dgm:pt modelId="{62643C01-F70A-46AA-823D-59084E0253D2}" type="pres">
      <dgm:prSet presAssocID="{71F1AD37-13F9-4A59-ABF5-DC9833F53BC6}" presName="spaceRect" presStyleCnt="0"/>
      <dgm:spPr/>
    </dgm:pt>
    <dgm:pt modelId="{C7B94D08-098F-4959-B01F-82FFC54FBEB9}" type="pres">
      <dgm:prSet presAssocID="{71F1AD37-13F9-4A59-ABF5-DC9833F53BC6}" presName="textRect" presStyleLbl="revTx" presStyleIdx="1" presStyleCnt="3">
        <dgm:presLayoutVars>
          <dgm:chMax val="1"/>
          <dgm:chPref val="1"/>
        </dgm:presLayoutVars>
      </dgm:prSet>
      <dgm:spPr/>
    </dgm:pt>
    <dgm:pt modelId="{6DD7497B-C580-4059-BE4D-D1A097B0A316}" type="pres">
      <dgm:prSet presAssocID="{BE10C8E1-196B-4A3E-9414-B1517F5BEF3E}" presName="sibTrans" presStyleCnt="0"/>
      <dgm:spPr/>
    </dgm:pt>
    <dgm:pt modelId="{FA6EB0C0-19CB-4950-A3E4-9F8B8E697224}" type="pres">
      <dgm:prSet presAssocID="{55BCBD0C-4B66-4CA6-AF33-A8F932F0A562}" presName="compNode" presStyleCnt="0"/>
      <dgm:spPr/>
    </dgm:pt>
    <dgm:pt modelId="{CC8019BE-F96D-4387-B0E8-C3EC3D4733D4}" type="pres">
      <dgm:prSet presAssocID="{55BCBD0C-4B66-4CA6-AF33-A8F932F0A56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EA7BB15A-5B7B-4AB4-A2A6-2AFC7D0EA514}" type="pres">
      <dgm:prSet presAssocID="{55BCBD0C-4B66-4CA6-AF33-A8F932F0A562}" presName="spaceRect" presStyleCnt="0"/>
      <dgm:spPr/>
    </dgm:pt>
    <dgm:pt modelId="{F36CEDF5-B5B0-4678-984E-322F87232250}" type="pres">
      <dgm:prSet presAssocID="{55BCBD0C-4B66-4CA6-AF33-A8F932F0A56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DC2701F-5F45-4D21-A56F-207E6256EE1E}" type="presOf" srcId="{C77ECDA9-4BFA-4079-8026-2A7758F73843}" destId="{6518CC55-ED91-4116-818F-01261E654C2A}" srcOrd="0" destOrd="0" presId="urn:microsoft.com/office/officeart/2018/2/layout/IconLabelList"/>
    <dgm:cxn modelId="{7F5DCE35-19EC-4B35-BBF6-6D32A814448E}" type="presOf" srcId="{55BCBD0C-4B66-4CA6-AF33-A8F932F0A562}" destId="{F36CEDF5-B5B0-4678-984E-322F87232250}" srcOrd="0" destOrd="0" presId="urn:microsoft.com/office/officeart/2018/2/layout/IconLabelList"/>
    <dgm:cxn modelId="{78A11936-AEF9-4714-8B23-EB10D7F1040B}" type="presOf" srcId="{71F1AD37-13F9-4A59-ABF5-DC9833F53BC6}" destId="{C7B94D08-098F-4959-B01F-82FFC54FBEB9}" srcOrd="0" destOrd="0" presId="urn:microsoft.com/office/officeart/2018/2/layout/IconLabelList"/>
    <dgm:cxn modelId="{78B52F5A-A675-47C9-A434-F19CA6B41220}" srcId="{C77ECDA9-4BFA-4079-8026-2A7758F73843}" destId="{71F1AD37-13F9-4A59-ABF5-DC9833F53BC6}" srcOrd="1" destOrd="0" parTransId="{F9CA2180-1B07-411D-88C1-7CD8D4520776}" sibTransId="{BE10C8E1-196B-4A3E-9414-B1517F5BEF3E}"/>
    <dgm:cxn modelId="{C710C693-3E52-4114-B9EF-34661F5368B8}" type="presOf" srcId="{729B22B9-0D30-4C72-91AA-2D40F47256ED}" destId="{B0F5957C-B538-4FDD-A44C-77A3386591A3}" srcOrd="0" destOrd="0" presId="urn:microsoft.com/office/officeart/2018/2/layout/IconLabelList"/>
    <dgm:cxn modelId="{713C43AC-F4E4-40EA-8DA7-500D0BDB36DE}" srcId="{C77ECDA9-4BFA-4079-8026-2A7758F73843}" destId="{729B22B9-0D30-4C72-91AA-2D40F47256ED}" srcOrd="0" destOrd="0" parTransId="{7DE12996-1231-4A16-84DF-D40F80836459}" sibTransId="{9F2EB422-3B63-437B-B9BC-8BA6DD62B4D0}"/>
    <dgm:cxn modelId="{8B4A2CE2-A3EE-418F-992F-D003A0A35299}" srcId="{C77ECDA9-4BFA-4079-8026-2A7758F73843}" destId="{55BCBD0C-4B66-4CA6-AF33-A8F932F0A562}" srcOrd="2" destOrd="0" parTransId="{6C17F0F3-0E9B-4467-9647-8F1CE5226812}" sibTransId="{192C0014-F359-49A2-97A7-B298EFCA7863}"/>
    <dgm:cxn modelId="{08AD4622-8841-4474-83BA-CEA81A432229}" type="presParOf" srcId="{6518CC55-ED91-4116-818F-01261E654C2A}" destId="{35644F12-367E-49DB-A5A7-BA58D7CB31CC}" srcOrd="0" destOrd="0" presId="urn:microsoft.com/office/officeart/2018/2/layout/IconLabelList"/>
    <dgm:cxn modelId="{A5A5B6AA-A3DE-41C9-A8B0-83F5A556B4FA}" type="presParOf" srcId="{35644F12-367E-49DB-A5A7-BA58D7CB31CC}" destId="{86F99E49-A142-4DDC-B6F0-9444F7E4525C}" srcOrd="0" destOrd="0" presId="urn:microsoft.com/office/officeart/2018/2/layout/IconLabelList"/>
    <dgm:cxn modelId="{E92A91BE-6892-4C95-A54C-F616207B14C4}" type="presParOf" srcId="{35644F12-367E-49DB-A5A7-BA58D7CB31CC}" destId="{8C46ABEA-5505-4965-9CF3-560C483EE12E}" srcOrd="1" destOrd="0" presId="urn:microsoft.com/office/officeart/2018/2/layout/IconLabelList"/>
    <dgm:cxn modelId="{444CDDA4-EB36-4BBD-AD41-91579EF3C572}" type="presParOf" srcId="{35644F12-367E-49DB-A5A7-BA58D7CB31CC}" destId="{B0F5957C-B538-4FDD-A44C-77A3386591A3}" srcOrd="2" destOrd="0" presId="urn:microsoft.com/office/officeart/2018/2/layout/IconLabelList"/>
    <dgm:cxn modelId="{87AE9959-C590-4C7A-B27B-92383D45B3D1}" type="presParOf" srcId="{6518CC55-ED91-4116-818F-01261E654C2A}" destId="{83CEFA98-6208-4A8F-8DA5-09814E576AFA}" srcOrd="1" destOrd="0" presId="urn:microsoft.com/office/officeart/2018/2/layout/IconLabelList"/>
    <dgm:cxn modelId="{21EDD8DC-3822-41F8-8EA7-595DD486E2C9}" type="presParOf" srcId="{6518CC55-ED91-4116-818F-01261E654C2A}" destId="{256C2178-913E-4B2B-A04B-204E8B45AC7D}" srcOrd="2" destOrd="0" presId="urn:microsoft.com/office/officeart/2018/2/layout/IconLabelList"/>
    <dgm:cxn modelId="{A7ECFDFA-81E0-4C46-A12F-B08BA7A52096}" type="presParOf" srcId="{256C2178-913E-4B2B-A04B-204E8B45AC7D}" destId="{36DAA369-816E-48A3-AF5D-4F22E41DA343}" srcOrd="0" destOrd="0" presId="urn:microsoft.com/office/officeart/2018/2/layout/IconLabelList"/>
    <dgm:cxn modelId="{C1D766CA-3766-4572-9430-F02EDF26C420}" type="presParOf" srcId="{256C2178-913E-4B2B-A04B-204E8B45AC7D}" destId="{62643C01-F70A-46AA-823D-59084E0253D2}" srcOrd="1" destOrd="0" presId="urn:microsoft.com/office/officeart/2018/2/layout/IconLabelList"/>
    <dgm:cxn modelId="{69A103C1-8F69-411B-B874-A14ACB3283A4}" type="presParOf" srcId="{256C2178-913E-4B2B-A04B-204E8B45AC7D}" destId="{C7B94D08-098F-4959-B01F-82FFC54FBEB9}" srcOrd="2" destOrd="0" presId="urn:microsoft.com/office/officeart/2018/2/layout/IconLabelList"/>
    <dgm:cxn modelId="{216B2F9A-A103-434D-BC52-27F37B0FC27B}" type="presParOf" srcId="{6518CC55-ED91-4116-818F-01261E654C2A}" destId="{6DD7497B-C580-4059-BE4D-D1A097B0A316}" srcOrd="3" destOrd="0" presId="urn:microsoft.com/office/officeart/2018/2/layout/IconLabelList"/>
    <dgm:cxn modelId="{5659EBD6-7EB8-4B10-94EA-7B92AC622331}" type="presParOf" srcId="{6518CC55-ED91-4116-818F-01261E654C2A}" destId="{FA6EB0C0-19CB-4950-A3E4-9F8B8E697224}" srcOrd="4" destOrd="0" presId="urn:microsoft.com/office/officeart/2018/2/layout/IconLabelList"/>
    <dgm:cxn modelId="{0196499F-7491-41D2-A9E1-CB7A92714EBE}" type="presParOf" srcId="{FA6EB0C0-19CB-4950-A3E4-9F8B8E697224}" destId="{CC8019BE-F96D-4387-B0E8-C3EC3D4733D4}" srcOrd="0" destOrd="0" presId="urn:microsoft.com/office/officeart/2018/2/layout/IconLabelList"/>
    <dgm:cxn modelId="{1773883F-E609-4382-92E8-B93A2FE71447}" type="presParOf" srcId="{FA6EB0C0-19CB-4950-A3E4-9F8B8E697224}" destId="{EA7BB15A-5B7B-4AB4-A2A6-2AFC7D0EA514}" srcOrd="1" destOrd="0" presId="urn:microsoft.com/office/officeart/2018/2/layout/IconLabelList"/>
    <dgm:cxn modelId="{A0F4C7DF-FD99-401C-B54A-356C48CEA349}" type="presParOf" srcId="{FA6EB0C0-19CB-4950-A3E4-9F8B8E697224}" destId="{F36CEDF5-B5B0-4678-984E-322F8723225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043400D-BF5D-4007-8893-93313A18E8DB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3ED8DCF-AF2C-401E-9737-4848A4D4690F}">
      <dgm:prSet/>
      <dgm:spPr/>
      <dgm:t>
        <a:bodyPr/>
        <a:lstStyle/>
        <a:p>
          <a:r>
            <a:rPr lang="en-US"/>
            <a:t>Hình ảnh Food đa dạng về màu sắc, hình dạng, cách chế biến</a:t>
          </a:r>
        </a:p>
      </dgm:t>
    </dgm:pt>
    <dgm:pt modelId="{14A8BFA9-1144-48D0-8CE2-5A8A1671DADB}" type="parTrans" cxnId="{9CCADF51-2CF2-4B43-A7F1-5F106960B11C}">
      <dgm:prSet/>
      <dgm:spPr/>
      <dgm:t>
        <a:bodyPr/>
        <a:lstStyle/>
        <a:p>
          <a:endParaRPr lang="en-US"/>
        </a:p>
      </dgm:t>
    </dgm:pt>
    <dgm:pt modelId="{1E7E179D-6734-440F-B05F-3291FF61891D}" type="sibTrans" cxnId="{9CCADF51-2CF2-4B43-A7F1-5F106960B11C}">
      <dgm:prSet/>
      <dgm:spPr/>
      <dgm:t>
        <a:bodyPr/>
        <a:lstStyle/>
        <a:p>
          <a:endParaRPr lang="en-US"/>
        </a:p>
      </dgm:t>
    </dgm:pt>
    <dgm:pt modelId="{3BDE919A-1E54-452C-8C61-30C340A0832C}">
      <dgm:prSet/>
      <dgm:spPr/>
      <dgm:t>
        <a:bodyPr/>
        <a:lstStyle/>
        <a:p>
          <a:r>
            <a:rPr lang="en-US"/>
            <a:t>Non-Food đôi khi nhìn giống Food</a:t>
          </a:r>
        </a:p>
      </dgm:t>
    </dgm:pt>
    <dgm:pt modelId="{EF94C05C-A6EB-46B5-9439-D7A19FA62D44}" type="parTrans" cxnId="{4A551C24-6B67-4414-A7CA-580EE35B5CDD}">
      <dgm:prSet/>
      <dgm:spPr/>
      <dgm:t>
        <a:bodyPr/>
        <a:lstStyle/>
        <a:p>
          <a:endParaRPr lang="en-US"/>
        </a:p>
      </dgm:t>
    </dgm:pt>
    <dgm:pt modelId="{3D68D45F-9B87-49BF-8CEB-63D79181AABE}" type="sibTrans" cxnId="{4A551C24-6B67-4414-A7CA-580EE35B5CDD}">
      <dgm:prSet/>
      <dgm:spPr/>
      <dgm:t>
        <a:bodyPr/>
        <a:lstStyle/>
        <a:p>
          <a:endParaRPr lang="en-US"/>
        </a:p>
      </dgm:t>
    </dgm:pt>
    <dgm:pt modelId="{29035A13-B4A4-49B5-911B-BAC344343A0C}">
      <dgm:prSet/>
      <dgm:spPr/>
      <dgm:t>
        <a:bodyPr/>
        <a:lstStyle/>
        <a:p>
          <a:r>
            <a:rPr lang="en-US"/>
            <a:t>Cần cân bằng độ chính xác, tốc độ dự đoán, khả năng triển khai</a:t>
          </a:r>
        </a:p>
      </dgm:t>
    </dgm:pt>
    <dgm:pt modelId="{C490AF50-1CE3-45A9-9802-A7CC3F20AC07}" type="parTrans" cxnId="{A1B5D3A6-3A60-4946-A084-A4CEDDE30BFD}">
      <dgm:prSet/>
      <dgm:spPr/>
      <dgm:t>
        <a:bodyPr/>
        <a:lstStyle/>
        <a:p>
          <a:endParaRPr lang="en-US"/>
        </a:p>
      </dgm:t>
    </dgm:pt>
    <dgm:pt modelId="{7F84642A-4812-4BE5-B8C7-FF4773EAFC64}" type="sibTrans" cxnId="{A1B5D3A6-3A60-4946-A084-A4CEDDE30BFD}">
      <dgm:prSet/>
      <dgm:spPr/>
      <dgm:t>
        <a:bodyPr/>
        <a:lstStyle/>
        <a:p>
          <a:endParaRPr lang="en-US"/>
        </a:p>
      </dgm:t>
    </dgm:pt>
    <dgm:pt modelId="{E2AC1CDC-5DAB-4B39-9319-EECF9869A682}" type="pres">
      <dgm:prSet presAssocID="{2043400D-BF5D-4007-8893-93313A18E8D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F873A11-FDE3-499A-AE9B-C806A4D5D413}" type="pres">
      <dgm:prSet presAssocID="{D3ED8DCF-AF2C-401E-9737-4848A4D4690F}" presName="hierRoot1" presStyleCnt="0"/>
      <dgm:spPr/>
    </dgm:pt>
    <dgm:pt modelId="{066538C6-354E-4182-8B1D-CC53A6086933}" type="pres">
      <dgm:prSet presAssocID="{D3ED8DCF-AF2C-401E-9737-4848A4D4690F}" presName="composite" presStyleCnt="0"/>
      <dgm:spPr/>
    </dgm:pt>
    <dgm:pt modelId="{EAC6E99C-CC34-45A3-A8B4-BE7D7A4CE1E9}" type="pres">
      <dgm:prSet presAssocID="{D3ED8DCF-AF2C-401E-9737-4848A4D4690F}" presName="background" presStyleLbl="node0" presStyleIdx="0" presStyleCnt="3"/>
      <dgm:spPr/>
    </dgm:pt>
    <dgm:pt modelId="{C083A251-CE2D-4601-96F1-10F51137D1B2}" type="pres">
      <dgm:prSet presAssocID="{D3ED8DCF-AF2C-401E-9737-4848A4D4690F}" presName="text" presStyleLbl="fgAcc0" presStyleIdx="0" presStyleCnt="3">
        <dgm:presLayoutVars>
          <dgm:chPref val="3"/>
        </dgm:presLayoutVars>
      </dgm:prSet>
      <dgm:spPr/>
    </dgm:pt>
    <dgm:pt modelId="{9BDD4D09-6A15-4B5B-BAC6-8380D5B3A1EC}" type="pres">
      <dgm:prSet presAssocID="{D3ED8DCF-AF2C-401E-9737-4848A4D4690F}" presName="hierChild2" presStyleCnt="0"/>
      <dgm:spPr/>
    </dgm:pt>
    <dgm:pt modelId="{9EC62ED3-2A0B-4FDC-9C43-3DFE8E3BDE74}" type="pres">
      <dgm:prSet presAssocID="{3BDE919A-1E54-452C-8C61-30C340A0832C}" presName="hierRoot1" presStyleCnt="0"/>
      <dgm:spPr/>
    </dgm:pt>
    <dgm:pt modelId="{F0F0978F-8400-41F3-A29C-07D819999839}" type="pres">
      <dgm:prSet presAssocID="{3BDE919A-1E54-452C-8C61-30C340A0832C}" presName="composite" presStyleCnt="0"/>
      <dgm:spPr/>
    </dgm:pt>
    <dgm:pt modelId="{1BD88459-5CC5-4203-B978-1FD3B33750AA}" type="pres">
      <dgm:prSet presAssocID="{3BDE919A-1E54-452C-8C61-30C340A0832C}" presName="background" presStyleLbl="node0" presStyleIdx="1" presStyleCnt="3"/>
      <dgm:spPr/>
    </dgm:pt>
    <dgm:pt modelId="{6394DCFF-0D16-4F58-8C7F-83374ABB01DD}" type="pres">
      <dgm:prSet presAssocID="{3BDE919A-1E54-452C-8C61-30C340A0832C}" presName="text" presStyleLbl="fgAcc0" presStyleIdx="1" presStyleCnt="3">
        <dgm:presLayoutVars>
          <dgm:chPref val="3"/>
        </dgm:presLayoutVars>
      </dgm:prSet>
      <dgm:spPr/>
    </dgm:pt>
    <dgm:pt modelId="{9A83BCFB-6FBB-4E6B-B6C5-67D3253A38AC}" type="pres">
      <dgm:prSet presAssocID="{3BDE919A-1E54-452C-8C61-30C340A0832C}" presName="hierChild2" presStyleCnt="0"/>
      <dgm:spPr/>
    </dgm:pt>
    <dgm:pt modelId="{D7D2C2BA-1528-4C1E-A18A-24DD905A4DC5}" type="pres">
      <dgm:prSet presAssocID="{29035A13-B4A4-49B5-911B-BAC344343A0C}" presName="hierRoot1" presStyleCnt="0"/>
      <dgm:spPr/>
    </dgm:pt>
    <dgm:pt modelId="{E92C85D8-54FC-43C5-82F3-B7E2FFA7B3A2}" type="pres">
      <dgm:prSet presAssocID="{29035A13-B4A4-49B5-911B-BAC344343A0C}" presName="composite" presStyleCnt="0"/>
      <dgm:spPr/>
    </dgm:pt>
    <dgm:pt modelId="{AAA30E43-2EA9-4BDC-A7AA-DDB1368B0F31}" type="pres">
      <dgm:prSet presAssocID="{29035A13-B4A4-49B5-911B-BAC344343A0C}" presName="background" presStyleLbl="node0" presStyleIdx="2" presStyleCnt="3"/>
      <dgm:spPr/>
    </dgm:pt>
    <dgm:pt modelId="{4C57AD61-31A0-46D3-B7F8-50BDE2EEF57C}" type="pres">
      <dgm:prSet presAssocID="{29035A13-B4A4-49B5-911B-BAC344343A0C}" presName="text" presStyleLbl="fgAcc0" presStyleIdx="2" presStyleCnt="3">
        <dgm:presLayoutVars>
          <dgm:chPref val="3"/>
        </dgm:presLayoutVars>
      </dgm:prSet>
      <dgm:spPr/>
    </dgm:pt>
    <dgm:pt modelId="{9245C0D7-7BC1-47BB-9061-B15B5397895E}" type="pres">
      <dgm:prSet presAssocID="{29035A13-B4A4-49B5-911B-BAC344343A0C}" presName="hierChild2" presStyleCnt="0"/>
      <dgm:spPr/>
    </dgm:pt>
  </dgm:ptLst>
  <dgm:cxnLst>
    <dgm:cxn modelId="{336DB007-63D7-42AC-BE1D-CC2A6FC0AA55}" type="presOf" srcId="{D3ED8DCF-AF2C-401E-9737-4848A4D4690F}" destId="{C083A251-CE2D-4601-96F1-10F51137D1B2}" srcOrd="0" destOrd="0" presId="urn:microsoft.com/office/officeart/2005/8/layout/hierarchy1"/>
    <dgm:cxn modelId="{5588341C-3995-4ED0-893D-50C6EAA74138}" type="presOf" srcId="{29035A13-B4A4-49B5-911B-BAC344343A0C}" destId="{4C57AD61-31A0-46D3-B7F8-50BDE2EEF57C}" srcOrd="0" destOrd="0" presId="urn:microsoft.com/office/officeart/2005/8/layout/hierarchy1"/>
    <dgm:cxn modelId="{4A551C24-6B67-4414-A7CA-580EE35B5CDD}" srcId="{2043400D-BF5D-4007-8893-93313A18E8DB}" destId="{3BDE919A-1E54-452C-8C61-30C340A0832C}" srcOrd="1" destOrd="0" parTransId="{EF94C05C-A6EB-46B5-9439-D7A19FA62D44}" sibTransId="{3D68D45F-9B87-49BF-8CEB-63D79181AABE}"/>
    <dgm:cxn modelId="{9CCADF51-2CF2-4B43-A7F1-5F106960B11C}" srcId="{2043400D-BF5D-4007-8893-93313A18E8DB}" destId="{D3ED8DCF-AF2C-401E-9737-4848A4D4690F}" srcOrd="0" destOrd="0" parTransId="{14A8BFA9-1144-48D0-8CE2-5A8A1671DADB}" sibTransId="{1E7E179D-6734-440F-B05F-3291FF61891D}"/>
    <dgm:cxn modelId="{DEBA565A-99AA-4242-A81D-15B06774194D}" type="presOf" srcId="{2043400D-BF5D-4007-8893-93313A18E8DB}" destId="{E2AC1CDC-5DAB-4B39-9319-EECF9869A682}" srcOrd="0" destOrd="0" presId="urn:microsoft.com/office/officeart/2005/8/layout/hierarchy1"/>
    <dgm:cxn modelId="{A1B5D3A6-3A60-4946-A084-A4CEDDE30BFD}" srcId="{2043400D-BF5D-4007-8893-93313A18E8DB}" destId="{29035A13-B4A4-49B5-911B-BAC344343A0C}" srcOrd="2" destOrd="0" parTransId="{C490AF50-1CE3-45A9-9802-A7CC3F20AC07}" sibTransId="{7F84642A-4812-4BE5-B8C7-FF4773EAFC64}"/>
    <dgm:cxn modelId="{BBF46AE5-529F-4A47-AE92-07763272333D}" type="presOf" srcId="{3BDE919A-1E54-452C-8C61-30C340A0832C}" destId="{6394DCFF-0D16-4F58-8C7F-83374ABB01DD}" srcOrd="0" destOrd="0" presId="urn:microsoft.com/office/officeart/2005/8/layout/hierarchy1"/>
    <dgm:cxn modelId="{9E3C5BF6-1E49-4A95-B73F-17939009FF0C}" type="presParOf" srcId="{E2AC1CDC-5DAB-4B39-9319-EECF9869A682}" destId="{9F873A11-FDE3-499A-AE9B-C806A4D5D413}" srcOrd="0" destOrd="0" presId="urn:microsoft.com/office/officeart/2005/8/layout/hierarchy1"/>
    <dgm:cxn modelId="{4A6B71A7-FD59-4ABA-9D6F-A20FEB05A885}" type="presParOf" srcId="{9F873A11-FDE3-499A-AE9B-C806A4D5D413}" destId="{066538C6-354E-4182-8B1D-CC53A6086933}" srcOrd="0" destOrd="0" presId="urn:microsoft.com/office/officeart/2005/8/layout/hierarchy1"/>
    <dgm:cxn modelId="{9A980C16-7D57-4FA8-BF2F-0592D7B4E84B}" type="presParOf" srcId="{066538C6-354E-4182-8B1D-CC53A6086933}" destId="{EAC6E99C-CC34-45A3-A8B4-BE7D7A4CE1E9}" srcOrd="0" destOrd="0" presId="urn:microsoft.com/office/officeart/2005/8/layout/hierarchy1"/>
    <dgm:cxn modelId="{A1678FA3-16B2-4A29-9348-A0740E2DCC19}" type="presParOf" srcId="{066538C6-354E-4182-8B1D-CC53A6086933}" destId="{C083A251-CE2D-4601-96F1-10F51137D1B2}" srcOrd="1" destOrd="0" presId="urn:microsoft.com/office/officeart/2005/8/layout/hierarchy1"/>
    <dgm:cxn modelId="{50C29E21-6C2E-4AC5-8220-B4D2B2D6EEA6}" type="presParOf" srcId="{9F873A11-FDE3-499A-AE9B-C806A4D5D413}" destId="{9BDD4D09-6A15-4B5B-BAC6-8380D5B3A1EC}" srcOrd="1" destOrd="0" presId="urn:microsoft.com/office/officeart/2005/8/layout/hierarchy1"/>
    <dgm:cxn modelId="{E33F43B0-72A1-4370-AA9C-B858A21AE34F}" type="presParOf" srcId="{E2AC1CDC-5DAB-4B39-9319-EECF9869A682}" destId="{9EC62ED3-2A0B-4FDC-9C43-3DFE8E3BDE74}" srcOrd="1" destOrd="0" presId="urn:microsoft.com/office/officeart/2005/8/layout/hierarchy1"/>
    <dgm:cxn modelId="{7B4C20CC-1DCB-468C-A432-FD659B88DEB1}" type="presParOf" srcId="{9EC62ED3-2A0B-4FDC-9C43-3DFE8E3BDE74}" destId="{F0F0978F-8400-41F3-A29C-07D819999839}" srcOrd="0" destOrd="0" presId="urn:microsoft.com/office/officeart/2005/8/layout/hierarchy1"/>
    <dgm:cxn modelId="{75607BF2-F854-4D6E-96C2-9CEADD88F725}" type="presParOf" srcId="{F0F0978F-8400-41F3-A29C-07D819999839}" destId="{1BD88459-5CC5-4203-B978-1FD3B33750AA}" srcOrd="0" destOrd="0" presId="urn:microsoft.com/office/officeart/2005/8/layout/hierarchy1"/>
    <dgm:cxn modelId="{9DB857A4-DA83-43AF-B457-E0B4F67844AC}" type="presParOf" srcId="{F0F0978F-8400-41F3-A29C-07D819999839}" destId="{6394DCFF-0D16-4F58-8C7F-83374ABB01DD}" srcOrd="1" destOrd="0" presId="urn:microsoft.com/office/officeart/2005/8/layout/hierarchy1"/>
    <dgm:cxn modelId="{5AB79563-0C89-4BBA-B6FF-D4B4B721C35D}" type="presParOf" srcId="{9EC62ED3-2A0B-4FDC-9C43-3DFE8E3BDE74}" destId="{9A83BCFB-6FBB-4E6B-B6C5-67D3253A38AC}" srcOrd="1" destOrd="0" presId="urn:microsoft.com/office/officeart/2005/8/layout/hierarchy1"/>
    <dgm:cxn modelId="{49F6FC06-F00B-43B2-9ADE-561B6B5A3259}" type="presParOf" srcId="{E2AC1CDC-5DAB-4B39-9319-EECF9869A682}" destId="{D7D2C2BA-1528-4C1E-A18A-24DD905A4DC5}" srcOrd="2" destOrd="0" presId="urn:microsoft.com/office/officeart/2005/8/layout/hierarchy1"/>
    <dgm:cxn modelId="{A90285CA-68E8-48C5-B824-033EC7C94BA7}" type="presParOf" srcId="{D7D2C2BA-1528-4C1E-A18A-24DD905A4DC5}" destId="{E92C85D8-54FC-43C5-82F3-B7E2FFA7B3A2}" srcOrd="0" destOrd="0" presId="urn:microsoft.com/office/officeart/2005/8/layout/hierarchy1"/>
    <dgm:cxn modelId="{D7EAE0F2-A05D-4BC1-BA53-8C2D5603C2D7}" type="presParOf" srcId="{E92C85D8-54FC-43C5-82F3-B7E2FFA7B3A2}" destId="{AAA30E43-2EA9-4BDC-A7AA-DDB1368B0F31}" srcOrd="0" destOrd="0" presId="urn:microsoft.com/office/officeart/2005/8/layout/hierarchy1"/>
    <dgm:cxn modelId="{97ACCD61-1F90-421B-AA23-8ABC4B0DB3A5}" type="presParOf" srcId="{E92C85D8-54FC-43C5-82F3-B7E2FFA7B3A2}" destId="{4C57AD61-31A0-46D3-B7F8-50BDE2EEF57C}" srcOrd="1" destOrd="0" presId="urn:microsoft.com/office/officeart/2005/8/layout/hierarchy1"/>
    <dgm:cxn modelId="{52936192-970B-4D76-879A-017D2CE82FBF}" type="presParOf" srcId="{D7D2C2BA-1528-4C1E-A18A-24DD905A4DC5}" destId="{9245C0D7-7BC1-47BB-9061-B15B5397895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57C5F69-0EC3-4A18-B49F-B32B06FB584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09E7D82-3259-47FD-B510-06D697FD1FA7}">
      <dgm:prSet/>
      <dgm:spPr/>
      <dgm:t>
        <a:bodyPr/>
        <a:lstStyle/>
        <a:p>
          <a:r>
            <a:rPr lang="en-US"/>
            <a:t>1. Tiền xử lý &amp; augmentation</a:t>
          </a:r>
        </a:p>
      </dgm:t>
    </dgm:pt>
    <dgm:pt modelId="{852EAB45-7E02-4881-B457-86B89BEF7F2A}" type="parTrans" cxnId="{AB14BC94-31B1-48FD-B482-9E4A4B110D98}">
      <dgm:prSet/>
      <dgm:spPr/>
      <dgm:t>
        <a:bodyPr/>
        <a:lstStyle/>
        <a:p>
          <a:endParaRPr lang="en-US"/>
        </a:p>
      </dgm:t>
    </dgm:pt>
    <dgm:pt modelId="{BE3CFF17-382C-4BB0-BD4B-F8FA15C1B717}" type="sibTrans" cxnId="{AB14BC94-31B1-48FD-B482-9E4A4B110D98}">
      <dgm:prSet/>
      <dgm:spPr/>
      <dgm:t>
        <a:bodyPr/>
        <a:lstStyle/>
        <a:p>
          <a:endParaRPr lang="en-US"/>
        </a:p>
      </dgm:t>
    </dgm:pt>
    <dgm:pt modelId="{0F3A2BDD-58EE-4757-A8F7-20819037D670}">
      <dgm:prSet/>
      <dgm:spPr/>
      <dgm:t>
        <a:bodyPr/>
        <a:lstStyle/>
        <a:p>
          <a:r>
            <a:rPr lang="en-US"/>
            <a:t>2. Load ResNet50 pretrained, freeze các lớp đầu</a:t>
          </a:r>
        </a:p>
      </dgm:t>
    </dgm:pt>
    <dgm:pt modelId="{B95CC76E-E35A-4C62-8BE0-53D3DC998D49}" type="parTrans" cxnId="{8DA099ED-53A6-4351-AF26-55870C0C9E8A}">
      <dgm:prSet/>
      <dgm:spPr/>
      <dgm:t>
        <a:bodyPr/>
        <a:lstStyle/>
        <a:p>
          <a:endParaRPr lang="en-US"/>
        </a:p>
      </dgm:t>
    </dgm:pt>
    <dgm:pt modelId="{541C490E-52F1-44DF-8DFA-AFD03DEB74CB}" type="sibTrans" cxnId="{8DA099ED-53A6-4351-AF26-55870C0C9E8A}">
      <dgm:prSet/>
      <dgm:spPr/>
      <dgm:t>
        <a:bodyPr/>
        <a:lstStyle/>
        <a:p>
          <a:endParaRPr lang="en-US"/>
        </a:p>
      </dgm:t>
    </dgm:pt>
    <dgm:pt modelId="{D5738817-75AD-45C2-A167-C553FC53B200}">
      <dgm:prSet/>
      <dgm:spPr/>
      <dgm:t>
        <a:bodyPr/>
        <a:lstStyle/>
        <a:p>
          <a:r>
            <a:rPr lang="en-US"/>
            <a:t>3. Thêm Dense + Dropout cho 2 lớp output</a:t>
          </a:r>
        </a:p>
      </dgm:t>
    </dgm:pt>
    <dgm:pt modelId="{AE6E3769-16A2-404D-9B5B-907EFFC80DD8}" type="parTrans" cxnId="{F0D36BBA-B2C7-4585-AEEA-12D5B5AC4B2F}">
      <dgm:prSet/>
      <dgm:spPr/>
      <dgm:t>
        <a:bodyPr/>
        <a:lstStyle/>
        <a:p>
          <a:endParaRPr lang="en-US"/>
        </a:p>
      </dgm:t>
    </dgm:pt>
    <dgm:pt modelId="{66870A3B-C00E-4912-B3EE-DEE2D4BA01FB}" type="sibTrans" cxnId="{F0D36BBA-B2C7-4585-AEEA-12D5B5AC4B2F}">
      <dgm:prSet/>
      <dgm:spPr/>
      <dgm:t>
        <a:bodyPr/>
        <a:lstStyle/>
        <a:p>
          <a:endParaRPr lang="en-US"/>
        </a:p>
      </dgm:t>
    </dgm:pt>
    <dgm:pt modelId="{D8D8EFE3-2FBC-48CB-9EB3-6074A80467D4}">
      <dgm:prSet/>
      <dgm:spPr/>
      <dgm:t>
        <a:bodyPr/>
        <a:lstStyle/>
        <a:p>
          <a:r>
            <a:rPr lang="en-US"/>
            <a:t>4. Compile &amp; train (EarlyStopping, ReduceLROnPlateau)</a:t>
          </a:r>
        </a:p>
      </dgm:t>
    </dgm:pt>
    <dgm:pt modelId="{D9FD104F-03D8-4805-AF6E-974A6590DBAA}" type="parTrans" cxnId="{F3E61FCE-FE09-479F-8FE6-BA21F143F372}">
      <dgm:prSet/>
      <dgm:spPr/>
      <dgm:t>
        <a:bodyPr/>
        <a:lstStyle/>
        <a:p>
          <a:endParaRPr lang="en-US"/>
        </a:p>
      </dgm:t>
    </dgm:pt>
    <dgm:pt modelId="{4166866D-278D-4464-A756-9FD54D840A6E}" type="sibTrans" cxnId="{F3E61FCE-FE09-479F-8FE6-BA21F143F372}">
      <dgm:prSet/>
      <dgm:spPr/>
      <dgm:t>
        <a:bodyPr/>
        <a:lstStyle/>
        <a:p>
          <a:endParaRPr lang="en-US"/>
        </a:p>
      </dgm:t>
    </dgm:pt>
    <dgm:pt modelId="{6DA6B276-F36D-4BFC-AE4B-04C7C92154F0}">
      <dgm:prSet/>
      <dgm:spPr/>
      <dgm:t>
        <a:bodyPr/>
        <a:lstStyle/>
        <a:p>
          <a:r>
            <a:rPr lang="en-US"/>
            <a:t>5. Đánh giá trên tập test</a:t>
          </a:r>
        </a:p>
      </dgm:t>
    </dgm:pt>
    <dgm:pt modelId="{C8F4B5A6-8064-4E81-8F1A-3E5C57A587D8}" type="parTrans" cxnId="{02426025-A0F6-426D-B7DA-A92F66784B97}">
      <dgm:prSet/>
      <dgm:spPr/>
      <dgm:t>
        <a:bodyPr/>
        <a:lstStyle/>
        <a:p>
          <a:endParaRPr lang="en-US"/>
        </a:p>
      </dgm:t>
    </dgm:pt>
    <dgm:pt modelId="{18C8B69F-E88B-4648-B29B-BE3CD3150918}" type="sibTrans" cxnId="{02426025-A0F6-426D-B7DA-A92F66784B97}">
      <dgm:prSet/>
      <dgm:spPr/>
      <dgm:t>
        <a:bodyPr/>
        <a:lstStyle/>
        <a:p>
          <a:endParaRPr lang="en-US"/>
        </a:p>
      </dgm:t>
    </dgm:pt>
    <dgm:pt modelId="{B749768F-DA14-4593-8ED2-A78BB60A3260}" type="pres">
      <dgm:prSet presAssocID="{057C5F69-0EC3-4A18-B49F-B32B06FB584A}" presName="root" presStyleCnt="0">
        <dgm:presLayoutVars>
          <dgm:dir/>
          <dgm:resizeHandles val="exact"/>
        </dgm:presLayoutVars>
      </dgm:prSet>
      <dgm:spPr/>
    </dgm:pt>
    <dgm:pt modelId="{AE42E55F-9654-44F9-B2E8-EDCDFCFA72B8}" type="pres">
      <dgm:prSet presAssocID="{A09E7D82-3259-47FD-B510-06D697FD1FA7}" presName="compNode" presStyleCnt="0"/>
      <dgm:spPr/>
    </dgm:pt>
    <dgm:pt modelId="{D81A4FF8-6C8C-4B47-B5F7-FB2052685B29}" type="pres">
      <dgm:prSet presAssocID="{A09E7D82-3259-47FD-B510-06D697FD1FA7}" presName="bgRect" presStyleLbl="bgShp" presStyleIdx="0" presStyleCnt="5"/>
      <dgm:spPr/>
    </dgm:pt>
    <dgm:pt modelId="{A9E555C5-F203-4B15-A412-CEB58614D6BB}" type="pres">
      <dgm:prSet presAssocID="{A09E7D82-3259-47FD-B510-06D697FD1FA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62C69DDA-179A-493B-9034-F23E38147DAA}" type="pres">
      <dgm:prSet presAssocID="{A09E7D82-3259-47FD-B510-06D697FD1FA7}" presName="spaceRect" presStyleCnt="0"/>
      <dgm:spPr/>
    </dgm:pt>
    <dgm:pt modelId="{D2A6EA2E-371C-473B-AFF1-2857898D0E73}" type="pres">
      <dgm:prSet presAssocID="{A09E7D82-3259-47FD-B510-06D697FD1FA7}" presName="parTx" presStyleLbl="revTx" presStyleIdx="0" presStyleCnt="5">
        <dgm:presLayoutVars>
          <dgm:chMax val="0"/>
          <dgm:chPref val="0"/>
        </dgm:presLayoutVars>
      </dgm:prSet>
      <dgm:spPr/>
    </dgm:pt>
    <dgm:pt modelId="{D792068E-2FA9-4500-A5A9-EA28E260DA55}" type="pres">
      <dgm:prSet presAssocID="{BE3CFF17-382C-4BB0-BD4B-F8FA15C1B717}" presName="sibTrans" presStyleCnt="0"/>
      <dgm:spPr/>
    </dgm:pt>
    <dgm:pt modelId="{86A92909-F8B2-47B9-9FE0-5431E95E1C8D}" type="pres">
      <dgm:prSet presAssocID="{0F3A2BDD-58EE-4757-A8F7-20819037D670}" presName="compNode" presStyleCnt="0"/>
      <dgm:spPr/>
    </dgm:pt>
    <dgm:pt modelId="{8975A97E-5827-44D7-A9A5-EEEBA2F9246E}" type="pres">
      <dgm:prSet presAssocID="{0F3A2BDD-58EE-4757-A8F7-20819037D670}" presName="bgRect" presStyleLbl="bgShp" presStyleIdx="1" presStyleCnt="5"/>
      <dgm:spPr/>
    </dgm:pt>
    <dgm:pt modelId="{1012C7B6-2842-4FAA-B32F-B5F57387F4FE}" type="pres">
      <dgm:prSet presAssocID="{0F3A2BDD-58EE-4757-A8F7-20819037D67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w Temperature"/>
        </a:ext>
      </dgm:extLst>
    </dgm:pt>
    <dgm:pt modelId="{E0EC9959-1D5A-4FA5-BDF9-4ACE7572E163}" type="pres">
      <dgm:prSet presAssocID="{0F3A2BDD-58EE-4757-A8F7-20819037D670}" presName="spaceRect" presStyleCnt="0"/>
      <dgm:spPr/>
    </dgm:pt>
    <dgm:pt modelId="{D99C100A-C0A9-45BF-83E2-7C85D6878577}" type="pres">
      <dgm:prSet presAssocID="{0F3A2BDD-58EE-4757-A8F7-20819037D670}" presName="parTx" presStyleLbl="revTx" presStyleIdx="1" presStyleCnt="5">
        <dgm:presLayoutVars>
          <dgm:chMax val="0"/>
          <dgm:chPref val="0"/>
        </dgm:presLayoutVars>
      </dgm:prSet>
      <dgm:spPr/>
    </dgm:pt>
    <dgm:pt modelId="{F9FB4602-3864-4A77-AC9E-EB10E2E251C5}" type="pres">
      <dgm:prSet presAssocID="{541C490E-52F1-44DF-8DFA-AFD03DEB74CB}" presName="sibTrans" presStyleCnt="0"/>
      <dgm:spPr/>
    </dgm:pt>
    <dgm:pt modelId="{E7D28C7C-EF6E-41E3-BFDA-24027D608E72}" type="pres">
      <dgm:prSet presAssocID="{D5738817-75AD-45C2-A167-C553FC53B200}" presName="compNode" presStyleCnt="0"/>
      <dgm:spPr/>
    </dgm:pt>
    <dgm:pt modelId="{2C1FC650-4CEA-4C57-838A-5AC9F2228A14}" type="pres">
      <dgm:prSet presAssocID="{D5738817-75AD-45C2-A167-C553FC53B200}" presName="bgRect" presStyleLbl="bgShp" presStyleIdx="2" presStyleCnt="5"/>
      <dgm:spPr/>
    </dgm:pt>
    <dgm:pt modelId="{5D3096AB-E1FF-4150-894D-570F1BA77519}" type="pres">
      <dgm:prSet presAssocID="{D5738817-75AD-45C2-A167-C553FC53B20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81C58E0-E674-4BF5-A049-6AEB3C4632A5}" type="pres">
      <dgm:prSet presAssocID="{D5738817-75AD-45C2-A167-C553FC53B200}" presName="spaceRect" presStyleCnt="0"/>
      <dgm:spPr/>
    </dgm:pt>
    <dgm:pt modelId="{FE6C408F-1767-4C1F-8ADA-750F96A5EFB6}" type="pres">
      <dgm:prSet presAssocID="{D5738817-75AD-45C2-A167-C553FC53B200}" presName="parTx" presStyleLbl="revTx" presStyleIdx="2" presStyleCnt="5">
        <dgm:presLayoutVars>
          <dgm:chMax val="0"/>
          <dgm:chPref val="0"/>
        </dgm:presLayoutVars>
      </dgm:prSet>
      <dgm:spPr/>
    </dgm:pt>
    <dgm:pt modelId="{3A451C92-4436-49E4-B7B1-BAF15F55D080}" type="pres">
      <dgm:prSet presAssocID="{66870A3B-C00E-4912-B3EE-DEE2D4BA01FB}" presName="sibTrans" presStyleCnt="0"/>
      <dgm:spPr/>
    </dgm:pt>
    <dgm:pt modelId="{45359C1E-7C4A-4684-8F12-E7D5C95500E7}" type="pres">
      <dgm:prSet presAssocID="{D8D8EFE3-2FBC-48CB-9EB3-6074A80467D4}" presName="compNode" presStyleCnt="0"/>
      <dgm:spPr/>
    </dgm:pt>
    <dgm:pt modelId="{3E5F5088-4862-415D-83F3-B642F0331DA7}" type="pres">
      <dgm:prSet presAssocID="{D8D8EFE3-2FBC-48CB-9EB3-6074A80467D4}" presName="bgRect" presStyleLbl="bgShp" presStyleIdx="3" presStyleCnt="5"/>
      <dgm:spPr/>
    </dgm:pt>
    <dgm:pt modelId="{44FB7DEB-3601-45E1-BCDF-85F5680F6FA7}" type="pres">
      <dgm:prSet presAssocID="{D8D8EFE3-2FBC-48CB-9EB3-6074A80467D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E16AADC6-8954-4EBA-BE65-F8C1EF248ED6}" type="pres">
      <dgm:prSet presAssocID="{D8D8EFE3-2FBC-48CB-9EB3-6074A80467D4}" presName="spaceRect" presStyleCnt="0"/>
      <dgm:spPr/>
    </dgm:pt>
    <dgm:pt modelId="{3E29078E-FF02-4F2A-BD70-09CE701D2A16}" type="pres">
      <dgm:prSet presAssocID="{D8D8EFE3-2FBC-48CB-9EB3-6074A80467D4}" presName="parTx" presStyleLbl="revTx" presStyleIdx="3" presStyleCnt="5">
        <dgm:presLayoutVars>
          <dgm:chMax val="0"/>
          <dgm:chPref val="0"/>
        </dgm:presLayoutVars>
      </dgm:prSet>
      <dgm:spPr/>
    </dgm:pt>
    <dgm:pt modelId="{6C456E8B-2D56-4252-B1C1-D0EC918D0E3F}" type="pres">
      <dgm:prSet presAssocID="{4166866D-278D-4464-A756-9FD54D840A6E}" presName="sibTrans" presStyleCnt="0"/>
      <dgm:spPr/>
    </dgm:pt>
    <dgm:pt modelId="{D1DF019B-086E-4364-B3F4-34D532A7BC20}" type="pres">
      <dgm:prSet presAssocID="{6DA6B276-F36D-4BFC-AE4B-04C7C92154F0}" presName="compNode" presStyleCnt="0"/>
      <dgm:spPr/>
    </dgm:pt>
    <dgm:pt modelId="{AD2D2085-EDE5-45D4-838E-9E35C015A59A}" type="pres">
      <dgm:prSet presAssocID="{6DA6B276-F36D-4BFC-AE4B-04C7C92154F0}" presName="bgRect" presStyleLbl="bgShp" presStyleIdx="4" presStyleCnt="5"/>
      <dgm:spPr/>
    </dgm:pt>
    <dgm:pt modelId="{BEB09756-D9BD-48C8-89A1-67E73596D910}" type="pres">
      <dgm:prSet presAssocID="{6DA6B276-F36D-4BFC-AE4B-04C7C92154F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2CEA7824-D5D5-4F75-9AC8-C39D6669E0E4}" type="pres">
      <dgm:prSet presAssocID="{6DA6B276-F36D-4BFC-AE4B-04C7C92154F0}" presName="spaceRect" presStyleCnt="0"/>
      <dgm:spPr/>
    </dgm:pt>
    <dgm:pt modelId="{F3370092-E0FD-4AC0-8737-69C56EB6AC9A}" type="pres">
      <dgm:prSet presAssocID="{6DA6B276-F36D-4BFC-AE4B-04C7C92154F0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42545F01-F2BE-4F29-8605-6478DF5BEB25}" type="presOf" srcId="{D5738817-75AD-45C2-A167-C553FC53B200}" destId="{FE6C408F-1767-4C1F-8ADA-750F96A5EFB6}" srcOrd="0" destOrd="0" presId="urn:microsoft.com/office/officeart/2018/2/layout/IconVerticalSolidList"/>
    <dgm:cxn modelId="{1DE5161F-5B3A-4A6F-9778-38C8A4CD75CE}" type="presOf" srcId="{0F3A2BDD-58EE-4757-A8F7-20819037D670}" destId="{D99C100A-C0A9-45BF-83E2-7C85D6878577}" srcOrd="0" destOrd="0" presId="urn:microsoft.com/office/officeart/2018/2/layout/IconVerticalSolidList"/>
    <dgm:cxn modelId="{02426025-A0F6-426D-B7DA-A92F66784B97}" srcId="{057C5F69-0EC3-4A18-B49F-B32B06FB584A}" destId="{6DA6B276-F36D-4BFC-AE4B-04C7C92154F0}" srcOrd="4" destOrd="0" parTransId="{C8F4B5A6-8064-4E81-8F1A-3E5C57A587D8}" sibTransId="{18C8B69F-E88B-4648-B29B-BE3CD3150918}"/>
    <dgm:cxn modelId="{37BEA360-5BBC-4066-BEFC-7436144BF7E3}" type="presOf" srcId="{D8D8EFE3-2FBC-48CB-9EB3-6074A80467D4}" destId="{3E29078E-FF02-4F2A-BD70-09CE701D2A16}" srcOrd="0" destOrd="0" presId="urn:microsoft.com/office/officeart/2018/2/layout/IconVerticalSolidList"/>
    <dgm:cxn modelId="{9EB01468-4F3F-4AF2-959D-0D5D061395E5}" type="presOf" srcId="{A09E7D82-3259-47FD-B510-06D697FD1FA7}" destId="{D2A6EA2E-371C-473B-AFF1-2857898D0E73}" srcOrd="0" destOrd="0" presId="urn:microsoft.com/office/officeart/2018/2/layout/IconVerticalSolidList"/>
    <dgm:cxn modelId="{D7F3B183-C141-404D-9A8F-44495E62A688}" type="presOf" srcId="{057C5F69-0EC3-4A18-B49F-B32B06FB584A}" destId="{B749768F-DA14-4593-8ED2-A78BB60A3260}" srcOrd="0" destOrd="0" presId="urn:microsoft.com/office/officeart/2018/2/layout/IconVerticalSolidList"/>
    <dgm:cxn modelId="{AB14BC94-31B1-48FD-B482-9E4A4B110D98}" srcId="{057C5F69-0EC3-4A18-B49F-B32B06FB584A}" destId="{A09E7D82-3259-47FD-B510-06D697FD1FA7}" srcOrd="0" destOrd="0" parTransId="{852EAB45-7E02-4881-B457-86B89BEF7F2A}" sibTransId="{BE3CFF17-382C-4BB0-BD4B-F8FA15C1B717}"/>
    <dgm:cxn modelId="{AF4090AC-669F-4741-84AC-4C57299149A8}" type="presOf" srcId="{6DA6B276-F36D-4BFC-AE4B-04C7C92154F0}" destId="{F3370092-E0FD-4AC0-8737-69C56EB6AC9A}" srcOrd="0" destOrd="0" presId="urn:microsoft.com/office/officeart/2018/2/layout/IconVerticalSolidList"/>
    <dgm:cxn modelId="{F0D36BBA-B2C7-4585-AEEA-12D5B5AC4B2F}" srcId="{057C5F69-0EC3-4A18-B49F-B32B06FB584A}" destId="{D5738817-75AD-45C2-A167-C553FC53B200}" srcOrd="2" destOrd="0" parTransId="{AE6E3769-16A2-404D-9B5B-907EFFC80DD8}" sibTransId="{66870A3B-C00E-4912-B3EE-DEE2D4BA01FB}"/>
    <dgm:cxn modelId="{F3E61FCE-FE09-479F-8FE6-BA21F143F372}" srcId="{057C5F69-0EC3-4A18-B49F-B32B06FB584A}" destId="{D8D8EFE3-2FBC-48CB-9EB3-6074A80467D4}" srcOrd="3" destOrd="0" parTransId="{D9FD104F-03D8-4805-AF6E-974A6590DBAA}" sibTransId="{4166866D-278D-4464-A756-9FD54D840A6E}"/>
    <dgm:cxn modelId="{8DA099ED-53A6-4351-AF26-55870C0C9E8A}" srcId="{057C5F69-0EC3-4A18-B49F-B32B06FB584A}" destId="{0F3A2BDD-58EE-4757-A8F7-20819037D670}" srcOrd="1" destOrd="0" parTransId="{B95CC76E-E35A-4C62-8BE0-53D3DC998D49}" sibTransId="{541C490E-52F1-44DF-8DFA-AFD03DEB74CB}"/>
    <dgm:cxn modelId="{356C8476-E8B3-446C-93E9-8FCB03F36B36}" type="presParOf" srcId="{B749768F-DA14-4593-8ED2-A78BB60A3260}" destId="{AE42E55F-9654-44F9-B2E8-EDCDFCFA72B8}" srcOrd="0" destOrd="0" presId="urn:microsoft.com/office/officeart/2018/2/layout/IconVerticalSolidList"/>
    <dgm:cxn modelId="{D6EC0461-F6FB-41B9-8C33-1CC1F58B7FE5}" type="presParOf" srcId="{AE42E55F-9654-44F9-B2E8-EDCDFCFA72B8}" destId="{D81A4FF8-6C8C-4B47-B5F7-FB2052685B29}" srcOrd="0" destOrd="0" presId="urn:microsoft.com/office/officeart/2018/2/layout/IconVerticalSolidList"/>
    <dgm:cxn modelId="{3C092BA7-A391-4C88-A6FD-98E9B111E13C}" type="presParOf" srcId="{AE42E55F-9654-44F9-B2E8-EDCDFCFA72B8}" destId="{A9E555C5-F203-4B15-A412-CEB58614D6BB}" srcOrd="1" destOrd="0" presId="urn:microsoft.com/office/officeart/2018/2/layout/IconVerticalSolidList"/>
    <dgm:cxn modelId="{A1CB843D-D54C-4C15-A02D-4E9DE2820C8A}" type="presParOf" srcId="{AE42E55F-9654-44F9-B2E8-EDCDFCFA72B8}" destId="{62C69DDA-179A-493B-9034-F23E38147DAA}" srcOrd="2" destOrd="0" presId="urn:microsoft.com/office/officeart/2018/2/layout/IconVerticalSolidList"/>
    <dgm:cxn modelId="{5F56903B-B221-4E41-A7BC-E4B9BC488506}" type="presParOf" srcId="{AE42E55F-9654-44F9-B2E8-EDCDFCFA72B8}" destId="{D2A6EA2E-371C-473B-AFF1-2857898D0E73}" srcOrd="3" destOrd="0" presId="urn:microsoft.com/office/officeart/2018/2/layout/IconVerticalSolidList"/>
    <dgm:cxn modelId="{EB4A0B25-2ACF-4404-B080-E2F5E3B46BA2}" type="presParOf" srcId="{B749768F-DA14-4593-8ED2-A78BB60A3260}" destId="{D792068E-2FA9-4500-A5A9-EA28E260DA55}" srcOrd="1" destOrd="0" presId="urn:microsoft.com/office/officeart/2018/2/layout/IconVerticalSolidList"/>
    <dgm:cxn modelId="{3DB3AA09-5984-4643-AA36-AFF92D96B087}" type="presParOf" srcId="{B749768F-DA14-4593-8ED2-A78BB60A3260}" destId="{86A92909-F8B2-47B9-9FE0-5431E95E1C8D}" srcOrd="2" destOrd="0" presId="urn:microsoft.com/office/officeart/2018/2/layout/IconVerticalSolidList"/>
    <dgm:cxn modelId="{614BB18E-901D-4585-BD7D-B374EEAD5C84}" type="presParOf" srcId="{86A92909-F8B2-47B9-9FE0-5431E95E1C8D}" destId="{8975A97E-5827-44D7-A9A5-EEEBA2F9246E}" srcOrd="0" destOrd="0" presId="urn:microsoft.com/office/officeart/2018/2/layout/IconVerticalSolidList"/>
    <dgm:cxn modelId="{3CB2F320-2F1E-4133-AA43-58298989D468}" type="presParOf" srcId="{86A92909-F8B2-47B9-9FE0-5431E95E1C8D}" destId="{1012C7B6-2842-4FAA-B32F-B5F57387F4FE}" srcOrd="1" destOrd="0" presId="urn:microsoft.com/office/officeart/2018/2/layout/IconVerticalSolidList"/>
    <dgm:cxn modelId="{2C217104-2B0A-4D50-AC4A-CD97EF5C135C}" type="presParOf" srcId="{86A92909-F8B2-47B9-9FE0-5431E95E1C8D}" destId="{E0EC9959-1D5A-4FA5-BDF9-4ACE7572E163}" srcOrd="2" destOrd="0" presId="urn:microsoft.com/office/officeart/2018/2/layout/IconVerticalSolidList"/>
    <dgm:cxn modelId="{51EAB289-B41E-4AF3-B30A-273825F356EC}" type="presParOf" srcId="{86A92909-F8B2-47B9-9FE0-5431E95E1C8D}" destId="{D99C100A-C0A9-45BF-83E2-7C85D6878577}" srcOrd="3" destOrd="0" presId="urn:microsoft.com/office/officeart/2018/2/layout/IconVerticalSolidList"/>
    <dgm:cxn modelId="{A2AE5525-E285-4868-8D52-4FE62C1E4218}" type="presParOf" srcId="{B749768F-DA14-4593-8ED2-A78BB60A3260}" destId="{F9FB4602-3864-4A77-AC9E-EB10E2E251C5}" srcOrd="3" destOrd="0" presId="urn:microsoft.com/office/officeart/2018/2/layout/IconVerticalSolidList"/>
    <dgm:cxn modelId="{4068911C-4951-48B3-8F81-9C74FCDBDA46}" type="presParOf" srcId="{B749768F-DA14-4593-8ED2-A78BB60A3260}" destId="{E7D28C7C-EF6E-41E3-BFDA-24027D608E72}" srcOrd="4" destOrd="0" presId="urn:microsoft.com/office/officeart/2018/2/layout/IconVerticalSolidList"/>
    <dgm:cxn modelId="{96C7E5C9-6CF7-4A55-A478-D8374DF56808}" type="presParOf" srcId="{E7D28C7C-EF6E-41E3-BFDA-24027D608E72}" destId="{2C1FC650-4CEA-4C57-838A-5AC9F2228A14}" srcOrd="0" destOrd="0" presId="urn:microsoft.com/office/officeart/2018/2/layout/IconVerticalSolidList"/>
    <dgm:cxn modelId="{CE5BE849-C934-4588-AA1A-753324C9EC76}" type="presParOf" srcId="{E7D28C7C-EF6E-41E3-BFDA-24027D608E72}" destId="{5D3096AB-E1FF-4150-894D-570F1BA77519}" srcOrd="1" destOrd="0" presId="urn:microsoft.com/office/officeart/2018/2/layout/IconVerticalSolidList"/>
    <dgm:cxn modelId="{28E4FE93-2498-4CFD-B9DF-635031107405}" type="presParOf" srcId="{E7D28C7C-EF6E-41E3-BFDA-24027D608E72}" destId="{681C58E0-E674-4BF5-A049-6AEB3C4632A5}" srcOrd="2" destOrd="0" presId="urn:microsoft.com/office/officeart/2018/2/layout/IconVerticalSolidList"/>
    <dgm:cxn modelId="{869CA97C-49A4-4526-8B82-4850C161662E}" type="presParOf" srcId="{E7D28C7C-EF6E-41E3-BFDA-24027D608E72}" destId="{FE6C408F-1767-4C1F-8ADA-750F96A5EFB6}" srcOrd="3" destOrd="0" presId="urn:microsoft.com/office/officeart/2018/2/layout/IconVerticalSolidList"/>
    <dgm:cxn modelId="{6D3B870E-4136-41FE-ACB8-A1D5926BE2D6}" type="presParOf" srcId="{B749768F-DA14-4593-8ED2-A78BB60A3260}" destId="{3A451C92-4436-49E4-B7B1-BAF15F55D080}" srcOrd="5" destOrd="0" presId="urn:microsoft.com/office/officeart/2018/2/layout/IconVerticalSolidList"/>
    <dgm:cxn modelId="{3453EF36-F5DD-4C42-B9AD-411FC20B4FBC}" type="presParOf" srcId="{B749768F-DA14-4593-8ED2-A78BB60A3260}" destId="{45359C1E-7C4A-4684-8F12-E7D5C95500E7}" srcOrd="6" destOrd="0" presId="urn:microsoft.com/office/officeart/2018/2/layout/IconVerticalSolidList"/>
    <dgm:cxn modelId="{196D06AE-8CCB-453C-BA52-DA7A5B5B88D6}" type="presParOf" srcId="{45359C1E-7C4A-4684-8F12-E7D5C95500E7}" destId="{3E5F5088-4862-415D-83F3-B642F0331DA7}" srcOrd="0" destOrd="0" presId="urn:microsoft.com/office/officeart/2018/2/layout/IconVerticalSolidList"/>
    <dgm:cxn modelId="{1BA033A3-6A36-49E6-ADE2-BA3FE7CC50D2}" type="presParOf" srcId="{45359C1E-7C4A-4684-8F12-E7D5C95500E7}" destId="{44FB7DEB-3601-45E1-BCDF-85F5680F6FA7}" srcOrd="1" destOrd="0" presId="urn:microsoft.com/office/officeart/2018/2/layout/IconVerticalSolidList"/>
    <dgm:cxn modelId="{82E4CFDF-4988-4BD0-B552-AE62A79B78F6}" type="presParOf" srcId="{45359C1E-7C4A-4684-8F12-E7D5C95500E7}" destId="{E16AADC6-8954-4EBA-BE65-F8C1EF248ED6}" srcOrd="2" destOrd="0" presId="urn:microsoft.com/office/officeart/2018/2/layout/IconVerticalSolidList"/>
    <dgm:cxn modelId="{C50F49A1-C3B1-465C-BBA9-53C1763DA094}" type="presParOf" srcId="{45359C1E-7C4A-4684-8F12-E7D5C95500E7}" destId="{3E29078E-FF02-4F2A-BD70-09CE701D2A16}" srcOrd="3" destOrd="0" presId="urn:microsoft.com/office/officeart/2018/2/layout/IconVerticalSolidList"/>
    <dgm:cxn modelId="{9B120D26-4F87-4671-AFED-D79F3D611E40}" type="presParOf" srcId="{B749768F-DA14-4593-8ED2-A78BB60A3260}" destId="{6C456E8B-2D56-4252-B1C1-D0EC918D0E3F}" srcOrd="7" destOrd="0" presId="urn:microsoft.com/office/officeart/2018/2/layout/IconVerticalSolidList"/>
    <dgm:cxn modelId="{1A65F184-172C-44CE-AC8A-89422F8A7FBB}" type="presParOf" srcId="{B749768F-DA14-4593-8ED2-A78BB60A3260}" destId="{D1DF019B-086E-4364-B3F4-34D532A7BC20}" srcOrd="8" destOrd="0" presId="urn:microsoft.com/office/officeart/2018/2/layout/IconVerticalSolidList"/>
    <dgm:cxn modelId="{3A3417F9-2FEF-41CC-B073-94C4FDB5AC4B}" type="presParOf" srcId="{D1DF019B-086E-4364-B3F4-34D532A7BC20}" destId="{AD2D2085-EDE5-45D4-838E-9E35C015A59A}" srcOrd="0" destOrd="0" presId="urn:microsoft.com/office/officeart/2018/2/layout/IconVerticalSolidList"/>
    <dgm:cxn modelId="{1CE3186F-4BE5-4837-8E0A-C65AFBE84257}" type="presParOf" srcId="{D1DF019B-086E-4364-B3F4-34D532A7BC20}" destId="{BEB09756-D9BD-48C8-89A1-67E73596D910}" srcOrd="1" destOrd="0" presId="urn:microsoft.com/office/officeart/2018/2/layout/IconVerticalSolidList"/>
    <dgm:cxn modelId="{75ABB262-8120-4776-B0CD-EA032ED42D0E}" type="presParOf" srcId="{D1DF019B-086E-4364-B3F4-34D532A7BC20}" destId="{2CEA7824-D5D5-4F75-9AC8-C39D6669E0E4}" srcOrd="2" destOrd="0" presId="urn:microsoft.com/office/officeart/2018/2/layout/IconVerticalSolidList"/>
    <dgm:cxn modelId="{4436DA79-C15B-4377-8A45-604358549431}" type="presParOf" srcId="{D1DF019B-086E-4364-B3F4-34D532A7BC20}" destId="{F3370092-E0FD-4AC0-8737-69C56EB6AC9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6D33661-B9CA-48DF-82A5-794E8531DE9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77C1C37D-C81C-4B19-9409-6EB0B184CF56}">
      <dgm:prSet/>
      <dgm:spPr/>
      <dgm:t>
        <a:bodyPr/>
        <a:lstStyle/>
        <a:p>
          <a:r>
            <a:rPr lang="en-US"/>
            <a:t>TensorFlow/Keras, ImageDataGenerator, Scikit-learn, Matplotlib/Seaborn</a:t>
          </a:r>
        </a:p>
      </dgm:t>
    </dgm:pt>
    <dgm:pt modelId="{1F221143-F694-4140-B9E3-CCE0263ABAF0}" type="parTrans" cxnId="{153806E0-189A-44A1-B6A5-E1075966F80C}">
      <dgm:prSet/>
      <dgm:spPr/>
      <dgm:t>
        <a:bodyPr/>
        <a:lstStyle/>
        <a:p>
          <a:endParaRPr lang="en-US"/>
        </a:p>
      </dgm:t>
    </dgm:pt>
    <dgm:pt modelId="{BF51E81A-E1D9-415B-9395-E734AA73B933}" type="sibTrans" cxnId="{153806E0-189A-44A1-B6A5-E1075966F80C}">
      <dgm:prSet/>
      <dgm:spPr/>
      <dgm:t>
        <a:bodyPr/>
        <a:lstStyle/>
        <a:p>
          <a:endParaRPr lang="en-US"/>
        </a:p>
      </dgm:t>
    </dgm:pt>
    <dgm:pt modelId="{F7C4F0D6-1AF9-49D4-8AED-1D7746B65E91}">
      <dgm:prSet/>
      <dgm:spPr/>
      <dgm:t>
        <a:bodyPr/>
        <a:lstStyle/>
        <a:p>
          <a:r>
            <a:rPr lang="en-US"/>
            <a:t>Kaggle Notebook GPU, NumPy/Pandas, OpenCV</a:t>
          </a:r>
        </a:p>
      </dgm:t>
    </dgm:pt>
    <dgm:pt modelId="{2FF32EBE-B8C2-45DB-A378-9D11D6BD6126}" type="parTrans" cxnId="{3F9034F5-3413-4B08-9FE4-0A694A3E3E27}">
      <dgm:prSet/>
      <dgm:spPr/>
      <dgm:t>
        <a:bodyPr/>
        <a:lstStyle/>
        <a:p>
          <a:endParaRPr lang="en-US"/>
        </a:p>
      </dgm:t>
    </dgm:pt>
    <dgm:pt modelId="{5809E5B2-B411-4C5A-8816-5378FF583F82}" type="sibTrans" cxnId="{3F9034F5-3413-4B08-9FE4-0A694A3E3E27}">
      <dgm:prSet/>
      <dgm:spPr/>
      <dgm:t>
        <a:bodyPr/>
        <a:lstStyle/>
        <a:p>
          <a:endParaRPr lang="en-US"/>
        </a:p>
      </dgm:t>
    </dgm:pt>
    <dgm:pt modelId="{3A1E8535-E977-4F32-962F-EB7B2AAACE5E}" type="pres">
      <dgm:prSet presAssocID="{06D33661-B9CA-48DF-82A5-794E8531DE99}" presName="root" presStyleCnt="0">
        <dgm:presLayoutVars>
          <dgm:dir/>
          <dgm:resizeHandles val="exact"/>
        </dgm:presLayoutVars>
      </dgm:prSet>
      <dgm:spPr/>
    </dgm:pt>
    <dgm:pt modelId="{333D7D32-FB38-442E-977A-19D97518CA3A}" type="pres">
      <dgm:prSet presAssocID="{77C1C37D-C81C-4B19-9409-6EB0B184CF56}" presName="compNode" presStyleCnt="0"/>
      <dgm:spPr/>
    </dgm:pt>
    <dgm:pt modelId="{10CE7B19-BB99-4306-B0CD-037ADA123D3F}" type="pres">
      <dgm:prSet presAssocID="{77C1C37D-C81C-4B19-9409-6EB0B184CF56}" presName="bgRect" presStyleLbl="bgShp" presStyleIdx="0" presStyleCnt="2"/>
      <dgm:spPr/>
    </dgm:pt>
    <dgm:pt modelId="{7097629C-00FA-447A-932C-8E8CFA843E8B}" type="pres">
      <dgm:prSet presAssocID="{77C1C37D-C81C-4B19-9409-6EB0B184CF5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D19F0A80-629B-4E5E-9C38-2139F8F538CF}" type="pres">
      <dgm:prSet presAssocID="{77C1C37D-C81C-4B19-9409-6EB0B184CF56}" presName="spaceRect" presStyleCnt="0"/>
      <dgm:spPr/>
    </dgm:pt>
    <dgm:pt modelId="{7466F096-F5A8-4A27-BDBD-68E92CC2C8D5}" type="pres">
      <dgm:prSet presAssocID="{77C1C37D-C81C-4B19-9409-6EB0B184CF56}" presName="parTx" presStyleLbl="revTx" presStyleIdx="0" presStyleCnt="2">
        <dgm:presLayoutVars>
          <dgm:chMax val="0"/>
          <dgm:chPref val="0"/>
        </dgm:presLayoutVars>
      </dgm:prSet>
      <dgm:spPr/>
    </dgm:pt>
    <dgm:pt modelId="{0ACDBE4F-8917-46FA-904E-D236C4985CBD}" type="pres">
      <dgm:prSet presAssocID="{BF51E81A-E1D9-415B-9395-E734AA73B933}" presName="sibTrans" presStyleCnt="0"/>
      <dgm:spPr/>
    </dgm:pt>
    <dgm:pt modelId="{BAEB6295-E4D8-4B2E-8BD3-69B170EFC89F}" type="pres">
      <dgm:prSet presAssocID="{F7C4F0D6-1AF9-49D4-8AED-1D7746B65E91}" presName="compNode" presStyleCnt="0"/>
      <dgm:spPr/>
    </dgm:pt>
    <dgm:pt modelId="{42F1C709-EA14-42B5-BA04-0276538DDB76}" type="pres">
      <dgm:prSet presAssocID="{F7C4F0D6-1AF9-49D4-8AED-1D7746B65E91}" presName="bgRect" presStyleLbl="bgShp" presStyleIdx="1" presStyleCnt="2"/>
      <dgm:spPr/>
    </dgm:pt>
    <dgm:pt modelId="{8A3354A1-2126-4412-B573-6A6C2C901F3C}" type="pres">
      <dgm:prSet presAssocID="{F7C4F0D6-1AF9-49D4-8AED-1D7746B65E9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F9707B4F-0B21-4A40-BA80-730A6DCC82E5}" type="pres">
      <dgm:prSet presAssocID="{F7C4F0D6-1AF9-49D4-8AED-1D7746B65E91}" presName="spaceRect" presStyleCnt="0"/>
      <dgm:spPr/>
    </dgm:pt>
    <dgm:pt modelId="{9210E629-BE4A-461A-AB31-507E3C0A6DF3}" type="pres">
      <dgm:prSet presAssocID="{F7C4F0D6-1AF9-49D4-8AED-1D7746B65E91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26C79628-2105-46FD-B445-B20ABCC07C10}" type="presOf" srcId="{06D33661-B9CA-48DF-82A5-794E8531DE99}" destId="{3A1E8535-E977-4F32-962F-EB7B2AAACE5E}" srcOrd="0" destOrd="0" presId="urn:microsoft.com/office/officeart/2018/2/layout/IconVerticalSolidList"/>
    <dgm:cxn modelId="{F3A3122B-F065-4DE2-A807-63ECE5BECB13}" type="presOf" srcId="{77C1C37D-C81C-4B19-9409-6EB0B184CF56}" destId="{7466F096-F5A8-4A27-BDBD-68E92CC2C8D5}" srcOrd="0" destOrd="0" presId="urn:microsoft.com/office/officeart/2018/2/layout/IconVerticalSolidList"/>
    <dgm:cxn modelId="{60EC4353-773E-49A2-A634-FEBB3A23AB7E}" type="presOf" srcId="{F7C4F0D6-1AF9-49D4-8AED-1D7746B65E91}" destId="{9210E629-BE4A-461A-AB31-507E3C0A6DF3}" srcOrd="0" destOrd="0" presId="urn:microsoft.com/office/officeart/2018/2/layout/IconVerticalSolidList"/>
    <dgm:cxn modelId="{153806E0-189A-44A1-B6A5-E1075966F80C}" srcId="{06D33661-B9CA-48DF-82A5-794E8531DE99}" destId="{77C1C37D-C81C-4B19-9409-6EB0B184CF56}" srcOrd="0" destOrd="0" parTransId="{1F221143-F694-4140-B9E3-CCE0263ABAF0}" sibTransId="{BF51E81A-E1D9-415B-9395-E734AA73B933}"/>
    <dgm:cxn modelId="{3F9034F5-3413-4B08-9FE4-0A694A3E3E27}" srcId="{06D33661-B9CA-48DF-82A5-794E8531DE99}" destId="{F7C4F0D6-1AF9-49D4-8AED-1D7746B65E91}" srcOrd="1" destOrd="0" parTransId="{2FF32EBE-B8C2-45DB-A378-9D11D6BD6126}" sibTransId="{5809E5B2-B411-4C5A-8816-5378FF583F82}"/>
    <dgm:cxn modelId="{E92ACF7A-126F-4D98-892E-49D3A53ADCCD}" type="presParOf" srcId="{3A1E8535-E977-4F32-962F-EB7B2AAACE5E}" destId="{333D7D32-FB38-442E-977A-19D97518CA3A}" srcOrd="0" destOrd="0" presId="urn:microsoft.com/office/officeart/2018/2/layout/IconVerticalSolidList"/>
    <dgm:cxn modelId="{9998BBE1-CE01-457F-B1BF-D87D99F6FE1E}" type="presParOf" srcId="{333D7D32-FB38-442E-977A-19D97518CA3A}" destId="{10CE7B19-BB99-4306-B0CD-037ADA123D3F}" srcOrd="0" destOrd="0" presId="urn:microsoft.com/office/officeart/2018/2/layout/IconVerticalSolidList"/>
    <dgm:cxn modelId="{EBAA2084-25BB-4C16-8A6C-B8F62B154E59}" type="presParOf" srcId="{333D7D32-FB38-442E-977A-19D97518CA3A}" destId="{7097629C-00FA-447A-932C-8E8CFA843E8B}" srcOrd="1" destOrd="0" presId="urn:microsoft.com/office/officeart/2018/2/layout/IconVerticalSolidList"/>
    <dgm:cxn modelId="{55F5BAF5-C18B-42E1-AE0D-80C78AEFBE8A}" type="presParOf" srcId="{333D7D32-FB38-442E-977A-19D97518CA3A}" destId="{D19F0A80-629B-4E5E-9C38-2139F8F538CF}" srcOrd="2" destOrd="0" presId="urn:microsoft.com/office/officeart/2018/2/layout/IconVerticalSolidList"/>
    <dgm:cxn modelId="{A56CBFFB-D1EE-4894-8CBE-D5F8CB0C1809}" type="presParOf" srcId="{333D7D32-FB38-442E-977A-19D97518CA3A}" destId="{7466F096-F5A8-4A27-BDBD-68E92CC2C8D5}" srcOrd="3" destOrd="0" presId="urn:microsoft.com/office/officeart/2018/2/layout/IconVerticalSolidList"/>
    <dgm:cxn modelId="{B1FA75AF-5AC2-4F67-9D8C-B36F7D6003AE}" type="presParOf" srcId="{3A1E8535-E977-4F32-962F-EB7B2AAACE5E}" destId="{0ACDBE4F-8917-46FA-904E-D236C4985CBD}" srcOrd="1" destOrd="0" presId="urn:microsoft.com/office/officeart/2018/2/layout/IconVerticalSolidList"/>
    <dgm:cxn modelId="{1CF04D27-6352-450F-812E-80786311B191}" type="presParOf" srcId="{3A1E8535-E977-4F32-962F-EB7B2AAACE5E}" destId="{BAEB6295-E4D8-4B2E-8BD3-69B170EFC89F}" srcOrd="2" destOrd="0" presId="urn:microsoft.com/office/officeart/2018/2/layout/IconVerticalSolidList"/>
    <dgm:cxn modelId="{E3C16AE5-9F39-411D-8600-8B7E91839C92}" type="presParOf" srcId="{BAEB6295-E4D8-4B2E-8BD3-69B170EFC89F}" destId="{42F1C709-EA14-42B5-BA04-0276538DDB76}" srcOrd="0" destOrd="0" presId="urn:microsoft.com/office/officeart/2018/2/layout/IconVerticalSolidList"/>
    <dgm:cxn modelId="{616D0C8C-7D55-4A9C-AF32-D1F9E04F2F84}" type="presParOf" srcId="{BAEB6295-E4D8-4B2E-8BD3-69B170EFC89F}" destId="{8A3354A1-2126-4412-B573-6A6C2C901F3C}" srcOrd="1" destOrd="0" presId="urn:microsoft.com/office/officeart/2018/2/layout/IconVerticalSolidList"/>
    <dgm:cxn modelId="{89AC49C7-20C1-479D-BE43-4F31320A3991}" type="presParOf" srcId="{BAEB6295-E4D8-4B2E-8BD3-69B170EFC89F}" destId="{F9707B4F-0B21-4A40-BA80-730A6DCC82E5}" srcOrd="2" destOrd="0" presId="urn:microsoft.com/office/officeart/2018/2/layout/IconVerticalSolidList"/>
    <dgm:cxn modelId="{2CEFAB0D-9640-4B72-91E7-291BD887E143}" type="presParOf" srcId="{BAEB6295-E4D8-4B2E-8BD3-69B170EFC89F}" destId="{9210E629-BE4A-461A-AB31-507E3C0A6DF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02B313C-3AF6-472B-B787-5DF88B8D998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7AC190E-A0BB-451D-BCC3-9215AE278909}">
      <dgm:prSet/>
      <dgm:spPr/>
      <dgm:t>
        <a:bodyPr/>
        <a:lstStyle/>
        <a:p>
          <a:r>
            <a:rPr lang="en-US"/>
            <a:t>5 epoch, batch size 32</a:t>
          </a:r>
        </a:p>
      </dgm:t>
    </dgm:pt>
    <dgm:pt modelId="{9C410CF2-1A1F-4EAB-BAA5-0B2B01679539}" type="parTrans" cxnId="{EE0A84B3-7C71-4DDC-994D-99456D723551}">
      <dgm:prSet/>
      <dgm:spPr/>
      <dgm:t>
        <a:bodyPr/>
        <a:lstStyle/>
        <a:p>
          <a:endParaRPr lang="en-US"/>
        </a:p>
      </dgm:t>
    </dgm:pt>
    <dgm:pt modelId="{5C5EBC44-2975-462A-84CC-8A0B767F80CC}" type="sibTrans" cxnId="{EE0A84B3-7C71-4DDC-994D-99456D723551}">
      <dgm:prSet/>
      <dgm:spPr/>
      <dgm:t>
        <a:bodyPr/>
        <a:lstStyle/>
        <a:p>
          <a:endParaRPr lang="en-US"/>
        </a:p>
      </dgm:t>
    </dgm:pt>
    <dgm:pt modelId="{EFA79CAC-07B8-446E-8056-EDE9B0BA6EE0}">
      <dgm:prSet/>
      <dgm:spPr/>
      <dgm:t>
        <a:bodyPr/>
        <a:lstStyle/>
        <a:p>
          <a:r>
            <a:rPr lang="en-US"/>
            <a:t>Validation accuracy cao nhất: 97.9% (epoch 2)</a:t>
          </a:r>
        </a:p>
      </dgm:t>
    </dgm:pt>
    <dgm:pt modelId="{9ED6B707-6CB0-4419-88A0-EBFBAB1FC821}" type="parTrans" cxnId="{093171CC-B105-434E-9119-C1FED6A6CC09}">
      <dgm:prSet/>
      <dgm:spPr/>
      <dgm:t>
        <a:bodyPr/>
        <a:lstStyle/>
        <a:p>
          <a:endParaRPr lang="en-US"/>
        </a:p>
      </dgm:t>
    </dgm:pt>
    <dgm:pt modelId="{2B066495-B1D5-4198-9C5D-3C5750B5497A}" type="sibTrans" cxnId="{093171CC-B105-434E-9119-C1FED6A6CC09}">
      <dgm:prSet/>
      <dgm:spPr/>
      <dgm:t>
        <a:bodyPr/>
        <a:lstStyle/>
        <a:p>
          <a:endParaRPr lang="en-US"/>
        </a:p>
      </dgm:t>
    </dgm:pt>
    <dgm:pt modelId="{3C36AD7C-64C8-4B9E-9CD7-FBEB056876D5}">
      <dgm:prSet/>
      <dgm:spPr/>
      <dgm:t>
        <a:bodyPr/>
        <a:lstStyle/>
        <a:p>
          <a:r>
            <a:rPr lang="en-US"/>
            <a:t>Overfitting nhẹ sau epoch 2</a:t>
          </a:r>
        </a:p>
      </dgm:t>
    </dgm:pt>
    <dgm:pt modelId="{4B968EDA-D9CB-47AC-BD28-BAB0CED250BE}" type="parTrans" cxnId="{FD286C75-6AC9-4ABF-86A8-44BE928D0C38}">
      <dgm:prSet/>
      <dgm:spPr/>
      <dgm:t>
        <a:bodyPr/>
        <a:lstStyle/>
        <a:p>
          <a:endParaRPr lang="en-US"/>
        </a:p>
      </dgm:t>
    </dgm:pt>
    <dgm:pt modelId="{9BC62151-4E78-43DC-AAE6-E0DB72260B4C}" type="sibTrans" cxnId="{FD286C75-6AC9-4ABF-86A8-44BE928D0C38}">
      <dgm:prSet/>
      <dgm:spPr/>
      <dgm:t>
        <a:bodyPr/>
        <a:lstStyle/>
        <a:p>
          <a:endParaRPr lang="en-US"/>
        </a:p>
      </dgm:t>
    </dgm:pt>
    <dgm:pt modelId="{3DF3D9BE-CD57-46C1-935B-ABF8B2CFF691}" type="pres">
      <dgm:prSet presAssocID="{402B313C-3AF6-472B-B787-5DF88B8D9983}" presName="root" presStyleCnt="0">
        <dgm:presLayoutVars>
          <dgm:dir/>
          <dgm:resizeHandles val="exact"/>
        </dgm:presLayoutVars>
      </dgm:prSet>
      <dgm:spPr/>
    </dgm:pt>
    <dgm:pt modelId="{07F7C9A3-19B4-4EB3-B966-C7EFF1F794DE}" type="pres">
      <dgm:prSet presAssocID="{87AC190E-A0BB-451D-BCC3-9215AE278909}" presName="compNode" presStyleCnt="0"/>
      <dgm:spPr/>
    </dgm:pt>
    <dgm:pt modelId="{A988B661-A793-4AF4-B73B-F7ED00D19C00}" type="pres">
      <dgm:prSet presAssocID="{87AC190E-A0BB-451D-BCC3-9215AE278909}" presName="bgRect" presStyleLbl="bgShp" presStyleIdx="0" presStyleCnt="3"/>
      <dgm:spPr/>
    </dgm:pt>
    <dgm:pt modelId="{3C5AD535-EE89-46A9-BCE7-00CB58361134}" type="pres">
      <dgm:prSet presAssocID="{87AC190E-A0BB-451D-BCC3-9215AE27890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FC8CB52-86A5-4122-8A73-FF8AB433F48B}" type="pres">
      <dgm:prSet presAssocID="{87AC190E-A0BB-451D-BCC3-9215AE278909}" presName="spaceRect" presStyleCnt="0"/>
      <dgm:spPr/>
    </dgm:pt>
    <dgm:pt modelId="{68297A9B-107D-4CFB-A47B-754834328A03}" type="pres">
      <dgm:prSet presAssocID="{87AC190E-A0BB-451D-BCC3-9215AE278909}" presName="parTx" presStyleLbl="revTx" presStyleIdx="0" presStyleCnt="3">
        <dgm:presLayoutVars>
          <dgm:chMax val="0"/>
          <dgm:chPref val="0"/>
        </dgm:presLayoutVars>
      </dgm:prSet>
      <dgm:spPr/>
    </dgm:pt>
    <dgm:pt modelId="{5DE7A3FD-E127-4773-8F51-CCBA59231D91}" type="pres">
      <dgm:prSet presAssocID="{5C5EBC44-2975-462A-84CC-8A0B767F80CC}" presName="sibTrans" presStyleCnt="0"/>
      <dgm:spPr/>
    </dgm:pt>
    <dgm:pt modelId="{74811DB3-2033-4D14-B444-8B7DD625A8C4}" type="pres">
      <dgm:prSet presAssocID="{EFA79CAC-07B8-446E-8056-EDE9B0BA6EE0}" presName="compNode" presStyleCnt="0"/>
      <dgm:spPr/>
    </dgm:pt>
    <dgm:pt modelId="{1EB54D34-4DC2-4570-A6C6-E05097A0A14B}" type="pres">
      <dgm:prSet presAssocID="{EFA79CAC-07B8-446E-8056-EDE9B0BA6EE0}" presName="bgRect" presStyleLbl="bgShp" presStyleIdx="1" presStyleCnt="3"/>
      <dgm:spPr/>
    </dgm:pt>
    <dgm:pt modelId="{40FD7D46-3356-455A-8F01-A2C0C738615E}" type="pres">
      <dgm:prSet presAssocID="{EFA79CAC-07B8-446E-8056-EDE9B0BA6EE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EFDC887A-36F1-4313-A6B5-7D5CB7A3C087}" type="pres">
      <dgm:prSet presAssocID="{EFA79CAC-07B8-446E-8056-EDE9B0BA6EE0}" presName="spaceRect" presStyleCnt="0"/>
      <dgm:spPr/>
    </dgm:pt>
    <dgm:pt modelId="{5C155A95-1A5C-455B-8CF3-6C230E85D429}" type="pres">
      <dgm:prSet presAssocID="{EFA79CAC-07B8-446E-8056-EDE9B0BA6EE0}" presName="parTx" presStyleLbl="revTx" presStyleIdx="1" presStyleCnt="3">
        <dgm:presLayoutVars>
          <dgm:chMax val="0"/>
          <dgm:chPref val="0"/>
        </dgm:presLayoutVars>
      </dgm:prSet>
      <dgm:spPr/>
    </dgm:pt>
    <dgm:pt modelId="{74270365-1995-4A89-AD0F-7AA5B5082AC5}" type="pres">
      <dgm:prSet presAssocID="{2B066495-B1D5-4198-9C5D-3C5750B5497A}" presName="sibTrans" presStyleCnt="0"/>
      <dgm:spPr/>
    </dgm:pt>
    <dgm:pt modelId="{5982B970-20A5-4638-AB66-776B510091EE}" type="pres">
      <dgm:prSet presAssocID="{3C36AD7C-64C8-4B9E-9CD7-FBEB056876D5}" presName="compNode" presStyleCnt="0"/>
      <dgm:spPr/>
    </dgm:pt>
    <dgm:pt modelId="{3B052547-1AC2-40D3-9932-11636AADBA4C}" type="pres">
      <dgm:prSet presAssocID="{3C36AD7C-64C8-4B9E-9CD7-FBEB056876D5}" presName="bgRect" presStyleLbl="bgShp" presStyleIdx="2" presStyleCnt="3"/>
      <dgm:spPr/>
    </dgm:pt>
    <dgm:pt modelId="{7BDCF661-5918-4DC4-83BE-4AFDEFA95203}" type="pres">
      <dgm:prSet presAssocID="{3C36AD7C-64C8-4B9E-9CD7-FBEB056876D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9FB799B4-C20E-425C-B964-47CF69EB11FF}" type="pres">
      <dgm:prSet presAssocID="{3C36AD7C-64C8-4B9E-9CD7-FBEB056876D5}" presName="spaceRect" presStyleCnt="0"/>
      <dgm:spPr/>
    </dgm:pt>
    <dgm:pt modelId="{31CEAB4C-4249-442A-AA6C-E9D2D4815C53}" type="pres">
      <dgm:prSet presAssocID="{3C36AD7C-64C8-4B9E-9CD7-FBEB056876D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DDBF139-8D88-4D44-8E2E-A738D645240F}" type="presOf" srcId="{87AC190E-A0BB-451D-BCC3-9215AE278909}" destId="{68297A9B-107D-4CFB-A47B-754834328A03}" srcOrd="0" destOrd="0" presId="urn:microsoft.com/office/officeart/2018/2/layout/IconVerticalSolidList"/>
    <dgm:cxn modelId="{FD286C75-6AC9-4ABF-86A8-44BE928D0C38}" srcId="{402B313C-3AF6-472B-B787-5DF88B8D9983}" destId="{3C36AD7C-64C8-4B9E-9CD7-FBEB056876D5}" srcOrd="2" destOrd="0" parTransId="{4B968EDA-D9CB-47AC-BD28-BAB0CED250BE}" sibTransId="{9BC62151-4E78-43DC-AAE6-E0DB72260B4C}"/>
    <dgm:cxn modelId="{BD67FE90-1620-48DE-A00B-FB8713CBAF5C}" type="presOf" srcId="{402B313C-3AF6-472B-B787-5DF88B8D9983}" destId="{3DF3D9BE-CD57-46C1-935B-ABF8B2CFF691}" srcOrd="0" destOrd="0" presId="urn:microsoft.com/office/officeart/2018/2/layout/IconVerticalSolidList"/>
    <dgm:cxn modelId="{EE0A84B3-7C71-4DDC-994D-99456D723551}" srcId="{402B313C-3AF6-472B-B787-5DF88B8D9983}" destId="{87AC190E-A0BB-451D-BCC3-9215AE278909}" srcOrd="0" destOrd="0" parTransId="{9C410CF2-1A1F-4EAB-BAA5-0B2B01679539}" sibTransId="{5C5EBC44-2975-462A-84CC-8A0B767F80CC}"/>
    <dgm:cxn modelId="{94CD01BD-205A-42CF-A75F-A9DEFB9DDB7F}" type="presOf" srcId="{3C36AD7C-64C8-4B9E-9CD7-FBEB056876D5}" destId="{31CEAB4C-4249-442A-AA6C-E9D2D4815C53}" srcOrd="0" destOrd="0" presId="urn:microsoft.com/office/officeart/2018/2/layout/IconVerticalSolidList"/>
    <dgm:cxn modelId="{093171CC-B105-434E-9119-C1FED6A6CC09}" srcId="{402B313C-3AF6-472B-B787-5DF88B8D9983}" destId="{EFA79CAC-07B8-446E-8056-EDE9B0BA6EE0}" srcOrd="1" destOrd="0" parTransId="{9ED6B707-6CB0-4419-88A0-EBFBAB1FC821}" sibTransId="{2B066495-B1D5-4198-9C5D-3C5750B5497A}"/>
    <dgm:cxn modelId="{B9131FF9-16F6-4DD3-B80A-ED4DC5DFEF63}" type="presOf" srcId="{EFA79CAC-07B8-446E-8056-EDE9B0BA6EE0}" destId="{5C155A95-1A5C-455B-8CF3-6C230E85D429}" srcOrd="0" destOrd="0" presId="urn:microsoft.com/office/officeart/2018/2/layout/IconVerticalSolidList"/>
    <dgm:cxn modelId="{1D3CE910-DDE1-4A98-B13D-4186606F7D0D}" type="presParOf" srcId="{3DF3D9BE-CD57-46C1-935B-ABF8B2CFF691}" destId="{07F7C9A3-19B4-4EB3-B966-C7EFF1F794DE}" srcOrd="0" destOrd="0" presId="urn:microsoft.com/office/officeart/2018/2/layout/IconVerticalSolidList"/>
    <dgm:cxn modelId="{B808DA85-2151-4197-9393-29C207A64F0B}" type="presParOf" srcId="{07F7C9A3-19B4-4EB3-B966-C7EFF1F794DE}" destId="{A988B661-A793-4AF4-B73B-F7ED00D19C00}" srcOrd="0" destOrd="0" presId="urn:microsoft.com/office/officeart/2018/2/layout/IconVerticalSolidList"/>
    <dgm:cxn modelId="{A9A6A3CA-019C-4DE8-9871-2AB697876070}" type="presParOf" srcId="{07F7C9A3-19B4-4EB3-B966-C7EFF1F794DE}" destId="{3C5AD535-EE89-46A9-BCE7-00CB58361134}" srcOrd="1" destOrd="0" presId="urn:microsoft.com/office/officeart/2018/2/layout/IconVerticalSolidList"/>
    <dgm:cxn modelId="{8A620571-2761-4C31-B53C-20BD7FD6E61E}" type="presParOf" srcId="{07F7C9A3-19B4-4EB3-B966-C7EFF1F794DE}" destId="{7FC8CB52-86A5-4122-8A73-FF8AB433F48B}" srcOrd="2" destOrd="0" presId="urn:microsoft.com/office/officeart/2018/2/layout/IconVerticalSolidList"/>
    <dgm:cxn modelId="{E74AE071-F155-4967-8E5E-06B62ED6731F}" type="presParOf" srcId="{07F7C9A3-19B4-4EB3-B966-C7EFF1F794DE}" destId="{68297A9B-107D-4CFB-A47B-754834328A03}" srcOrd="3" destOrd="0" presId="urn:microsoft.com/office/officeart/2018/2/layout/IconVerticalSolidList"/>
    <dgm:cxn modelId="{6772986E-B97E-4555-8668-DFAEEB81DB89}" type="presParOf" srcId="{3DF3D9BE-CD57-46C1-935B-ABF8B2CFF691}" destId="{5DE7A3FD-E127-4773-8F51-CCBA59231D91}" srcOrd="1" destOrd="0" presId="urn:microsoft.com/office/officeart/2018/2/layout/IconVerticalSolidList"/>
    <dgm:cxn modelId="{C35AB082-AA0C-45EC-B0E1-060BD5F5835C}" type="presParOf" srcId="{3DF3D9BE-CD57-46C1-935B-ABF8B2CFF691}" destId="{74811DB3-2033-4D14-B444-8B7DD625A8C4}" srcOrd="2" destOrd="0" presId="urn:microsoft.com/office/officeart/2018/2/layout/IconVerticalSolidList"/>
    <dgm:cxn modelId="{BAA4A9EE-9001-4944-9CB5-A866B805D401}" type="presParOf" srcId="{74811DB3-2033-4D14-B444-8B7DD625A8C4}" destId="{1EB54D34-4DC2-4570-A6C6-E05097A0A14B}" srcOrd="0" destOrd="0" presId="urn:microsoft.com/office/officeart/2018/2/layout/IconVerticalSolidList"/>
    <dgm:cxn modelId="{78EDC668-6477-4DA5-A379-FE952EC4D4FB}" type="presParOf" srcId="{74811DB3-2033-4D14-B444-8B7DD625A8C4}" destId="{40FD7D46-3356-455A-8F01-A2C0C738615E}" srcOrd="1" destOrd="0" presId="urn:microsoft.com/office/officeart/2018/2/layout/IconVerticalSolidList"/>
    <dgm:cxn modelId="{B3E4F4CC-EFE8-4A56-9D67-97184DC18EF1}" type="presParOf" srcId="{74811DB3-2033-4D14-B444-8B7DD625A8C4}" destId="{EFDC887A-36F1-4313-A6B5-7D5CB7A3C087}" srcOrd="2" destOrd="0" presId="urn:microsoft.com/office/officeart/2018/2/layout/IconVerticalSolidList"/>
    <dgm:cxn modelId="{B793FBB6-91A8-413E-95E4-97F458836F3D}" type="presParOf" srcId="{74811DB3-2033-4D14-B444-8B7DD625A8C4}" destId="{5C155A95-1A5C-455B-8CF3-6C230E85D429}" srcOrd="3" destOrd="0" presId="urn:microsoft.com/office/officeart/2018/2/layout/IconVerticalSolidList"/>
    <dgm:cxn modelId="{9EA00805-E2E3-46A7-99E3-655B2F36EA24}" type="presParOf" srcId="{3DF3D9BE-CD57-46C1-935B-ABF8B2CFF691}" destId="{74270365-1995-4A89-AD0F-7AA5B5082AC5}" srcOrd="3" destOrd="0" presId="urn:microsoft.com/office/officeart/2018/2/layout/IconVerticalSolidList"/>
    <dgm:cxn modelId="{AB2233E6-30CC-4304-BA2E-CFADFC1F1392}" type="presParOf" srcId="{3DF3D9BE-CD57-46C1-935B-ABF8B2CFF691}" destId="{5982B970-20A5-4638-AB66-776B510091EE}" srcOrd="4" destOrd="0" presId="urn:microsoft.com/office/officeart/2018/2/layout/IconVerticalSolidList"/>
    <dgm:cxn modelId="{ED50C80B-7BD4-4082-92FA-33CCA07694F1}" type="presParOf" srcId="{5982B970-20A5-4638-AB66-776B510091EE}" destId="{3B052547-1AC2-40D3-9932-11636AADBA4C}" srcOrd="0" destOrd="0" presId="urn:microsoft.com/office/officeart/2018/2/layout/IconVerticalSolidList"/>
    <dgm:cxn modelId="{FAF9BEB7-B3C6-406A-B175-64E9D3ABA7E9}" type="presParOf" srcId="{5982B970-20A5-4638-AB66-776B510091EE}" destId="{7BDCF661-5918-4DC4-83BE-4AFDEFA95203}" srcOrd="1" destOrd="0" presId="urn:microsoft.com/office/officeart/2018/2/layout/IconVerticalSolidList"/>
    <dgm:cxn modelId="{90825D58-C103-4978-97EF-17BA8BC606C2}" type="presParOf" srcId="{5982B970-20A5-4638-AB66-776B510091EE}" destId="{9FB799B4-C20E-425C-B964-47CF69EB11FF}" srcOrd="2" destOrd="0" presId="urn:microsoft.com/office/officeart/2018/2/layout/IconVerticalSolidList"/>
    <dgm:cxn modelId="{58268C32-CBE7-4A82-976C-C6898BBD55E3}" type="presParOf" srcId="{5982B970-20A5-4638-AB66-776B510091EE}" destId="{31CEAB4C-4249-442A-AA6C-E9D2D4815C5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A703402-5D1E-43FF-B292-EDF78C0B761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051D070-8544-4356-B32C-40CA92CF60F0}">
      <dgm:prSet/>
      <dgm:spPr/>
      <dgm:t>
        <a:bodyPr/>
        <a:lstStyle/>
        <a:p>
          <a:r>
            <a:rPr lang="en-US"/>
            <a:t>Accuracy: 98.3%</a:t>
          </a:r>
        </a:p>
      </dgm:t>
    </dgm:pt>
    <dgm:pt modelId="{DFAEED46-B279-4581-9C79-ADA27D1F5EEA}" type="parTrans" cxnId="{A3B1AAF8-3DB1-4D7C-B9E3-A29F1C53F85E}">
      <dgm:prSet/>
      <dgm:spPr/>
      <dgm:t>
        <a:bodyPr/>
        <a:lstStyle/>
        <a:p>
          <a:endParaRPr lang="en-US"/>
        </a:p>
      </dgm:t>
    </dgm:pt>
    <dgm:pt modelId="{E104E833-010C-4E83-9D26-8B902CDCDCBD}" type="sibTrans" cxnId="{A3B1AAF8-3DB1-4D7C-B9E3-A29F1C53F85E}">
      <dgm:prSet/>
      <dgm:spPr/>
      <dgm:t>
        <a:bodyPr/>
        <a:lstStyle/>
        <a:p>
          <a:endParaRPr lang="en-US"/>
        </a:p>
      </dgm:t>
    </dgm:pt>
    <dgm:pt modelId="{F493C104-A152-4DF6-B357-E1F500A87F49}">
      <dgm:prSet/>
      <dgm:spPr/>
      <dgm:t>
        <a:bodyPr/>
        <a:lstStyle/>
        <a:p>
          <a:r>
            <a:rPr lang="en-US"/>
            <a:t>Precision, Recall, F1-score &gt; 98%</a:t>
          </a:r>
        </a:p>
      </dgm:t>
    </dgm:pt>
    <dgm:pt modelId="{4DADB691-FB6C-4481-AF68-1139261B7223}" type="parTrans" cxnId="{BB0589B0-472C-4438-A0A9-65431CBA55CE}">
      <dgm:prSet/>
      <dgm:spPr/>
      <dgm:t>
        <a:bodyPr/>
        <a:lstStyle/>
        <a:p>
          <a:endParaRPr lang="en-US"/>
        </a:p>
      </dgm:t>
    </dgm:pt>
    <dgm:pt modelId="{3008A4F8-7FEE-4A43-9FC6-7CFC1476CB7E}" type="sibTrans" cxnId="{BB0589B0-472C-4438-A0A9-65431CBA55CE}">
      <dgm:prSet/>
      <dgm:spPr/>
      <dgm:t>
        <a:bodyPr/>
        <a:lstStyle/>
        <a:p>
          <a:endParaRPr lang="en-US"/>
        </a:p>
      </dgm:t>
    </dgm:pt>
    <dgm:pt modelId="{DC106ECC-3574-4CBD-9F2C-D1BA259765C0}">
      <dgm:prSet/>
      <dgm:spPr/>
      <dgm:t>
        <a:bodyPr/>
        <a:lstStyle/>
        <a:p>
          <a:r>
            <a:rPr lang="en-US"/>
            <a:t>Confusion Matrix cân bằng giữa các lớp</a:t>
          </a:r>
        </a:p>
      </dgm:t>
    </dgm:pt>
    <dgm:pt modelId="{FA3CC9F4-3681-420A-8E74-A20BF4962C5D}" type="parTrans" cxnId="{312847EC-B276-4093-9ED3-7E28E1593F60}">
      <dgm:prSet/>
      <dgm:spPr/>
      <dgm:t>
        <a:bodyPr/>
        <a:lstStyle/>
        <a:p>
          <a:endParaRPr lang="en-US"/>
        </a:p>
      </dgm:t>
    </dgm:pt>
    <dgm:pt modelId="{E2C03587-C1D6-44B5-BA2B-7B88FB7DCC15}" type="sibTrans" cxnId="{312847EC-B276-4093-9ED3-7E28E1593F60}">
      <dgm:prSet/>
      <dgm:spPr/>
      <dgm:t>
        <a:bodyPr/>
        <a:lstStyle/>
        <a:p>
          <a:endParaRPr lang="en-US"/>
        </a:p>
      </dgm:t>
    </dgm:pt>
    <dgm:pt modelId="{A9E2151C-49A5-4170-9460-762CA1F9F6D5}" type="pres">
      <dgm:prSet presAssocID="{CA703402-5D1E-43FF-B292-EDF78C0B761A}" presName="root" presStyleCnt="0">
        <dgm:presLayoutVars>
          <dgm:dir/>
          <dgm:resizeHandles val="exact"/>
        </dgm:presLayoutVars>
      </dgm:prSet>
      <dgm:spPr/>
    </dgm:pt>
    <dgm:pt modelId="{4B3B41FB-905E-42A5-A095-F8D7C4C79FC1}" type="pres">
      <dgm:prSet presAssocID="{B051D070-8544-4356-B32C-40CA92CF60F0}" presName="compNode" presStyleCnt="0"/>
      <dgm:spPr/>
    </dgm:pt>
    <dgm:pt modelId="{B03410B3-AF67-4EC2-B313-C207A56CBDC3}" type="pres">
      <dgm:prSet presAssocID="{B051D070-8544-4356-B32C-40CA92CF60F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850F8C62-5434-42F5-8E16-FF46A4A90835}" type="pres">
      <dgm:prSet presAssocID="{B051D070-8544-4356-B32C-40CA92CF60F0}" presName="spaceRect" presStyleCnt="0"/>
      <dgm:spPr/>
    </dgm:pt>
    <dgm:pt modelId="{EE139480-7DD8-4E4E-9537-D380D875DB48}" type="pres">
      <dgm:prSet presAssocID="{B051D070-8544-4356-B32C-40CA92CF60F0}" presName="textRect" presStyleLbl="revTx" presStyleIdx="0" presStyleCnt="3">
        <dgm:presLayoutVars>
          <dgm:chMax val="1"/>
          <dgm:chPref val="1"/>
        </dgm:presLayoutVars>
      </dgm:prSet>
      <dgm:spPr/>
    </dgm:pt>
    <dgm:pt modelId="{DA881884-B269-4E01-975A-CDD67490D220}" type="pres">
      <dgm:prSet presAssocID="{E104E833-010C-4E83-9D26-8B902CDCDCBD}" presName="sibTrans" presStyleCnt="0"/>
      <dgm:spPr/>
    </dgm:pt>
    <dgm:pt modelId="{F39411DC-A14B-4E2D-A2BF-7DD3A6BBD186}" type="pres">
      <dgm:prSet presAssocID="{F493C104-A152-4DF6-B357-E1F500A87F49}" presName="compNode" presStyleCnt="0"/>
      <dgm:spPr/>
    </dgm:pt>
    <dgm:pt modelId="{D4BCBABA-1B61-4A6B-A171-229640E389ED}" type="pres">
      <dgm:prSet presAssocID="{F493C104-A152-4DF6-B357-E1F500A87F4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d"/>
        </a:ext>
      </dgm:extLst>
    </dgm:pt>
    <dgm:pt modelId="{3096336F-9163-46FA-B664-ACAE669AB043}" type="pres">
      <dgm:prSet presAssocID="{F493C104-A152-4DF6-B357-E1F500A87F49}" presName="spaceRect" presStyleCnt="0"/>
      <dgm:spPr/>
    </dgm:pt>
    <dgm:pt modelId="{102FF7D6-9941-41E0-ACFA-D8712F5C6813}" type="pres">
      <dgm:prSet presAssocID="{F493C104-A152-4DF6-B357-E1F500A87F49}" presName="textRect" presStyleLbl="revTx" presStyleIdx="1" presStyleCnt="3">
        <dgm:presLayoutVars>
          <dgm:chMax val="1"/>
          <dgm:chPref val="1"/>
        </dgm:presLayoutVars>
      </dgm:prSet>
      <dgm:spPr/>
    </dgm:pt>
    <dgm:pt modelId="{6D522622-ECB3-455A-B2C2-7E713FBAC283}" type="pres">
      <dgm:prSet presAssocID="{3008A4F8-7FEE-4A43-9FC6-7CFC1476CB7E}" presName="sibTrans" presStyleCnt="0"/>
      <dgm:spPr/>
    </dgm:pt>
    <dgm:pt modelId="{E920D388-754B-46F3-949C-E38D97B1DDD2}" type="pres">
      <dgm:prSet presAssocID="{DC106ECC-3574-4CBD-9F2C-D1BA259765C0}" presName="compNode" presStyleCnt="0"/>
      <dgm:spPr/>
    </dgm:pt>
    <dgm:pt modelId="{8B27F62F-A31C-4383-BD04-139381C988EB}" type="pres">
      <dgm:prSet presAssocID="{DC106ECC-3574-4CBD-9F2C-D1BA259765C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CBF7709-967A-43E8-8FC8-D044DD6C6F5C}" type="pres">
      <dgm:prSet presAssocID="{DC106ECC-3574-4CBD-9F2C-D1BA259765C0}" presName="spaceRect" presStyleCnt="0"/>
      <dgm:spPr/>
    </dgm:pt>
    <dgm:pt modelId="{E5BCD658-290F-454A-A468-70BDCBC75309}" type="pres">
      <dgm:prSet presAssocID="{DC106ECC-3574-4CBD-9F2C-D1BA259765C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8E68F0F-1B75-40EA-ADCB-D15EC5BC3BEF}" type="presOf" srcId="{F493C104-A152-4DF6-B357-E1F500A87F49}" destId="{102FF7D6-9941-41E0-ACFA-D8712F5C6813}" srcOrd="0" destOrd="0" presId="urn:microsoft.com/office/officeart/2018/2/layout/IconLabelList"/>
    <dgm:cxn modelId="{DE902D54-7AF3-46BF-8CBE-7C429707E317}" type="presOf" srcId="{B051D070-8544-4356-B32C-40CA92CF60F0}" destId="{EE139480-7DD8-4E4E-9537-D380D875DB48}" srcOrd="0" destOrd="0" presId="urn:microsoft.com/office/officeart/2018/2/layout/IconLabelList"/>
    <dgm:cxn modelId="{9B6A547C-02FE-45FF-977D-24895B3C8D7A}" type="presOf" srcId="{DC106ECC-3574-4CBD-9F2C-D1BA259765C0}" destId="{E5BCD658-290F-454A-A468-70BDCBC75309}" srcOrd="0" destOrd="0" presId="urn:microsoft.com/office/officeart/2018/2/layout/IconLabelList"/>
    <dgm:cxn modelId="{BB0589B0-472C-4438-A0A9-65431CBA55CE}" srcId="{CA703402-5D1E-43FF-B292-EDF78C0B761A}" destId="{F493C104-A152-4DF6-B357-E1F500A87F49}" srcOrd="1" destOrd="0" parTransId="{4DADB691-FB6C-4481-AF68-1139261B7223}" sibTransId="{3008A4F8-7FEE-4A43-9FC6-7CFC1476CB7E}"/>
    <dgm:cxn modelId="{626DBCCF-EA54-4EC1-BF43-5CF65011E5E9}" type="presOf" srcId="{CA703402-5D1E-43FF-B292-EDF78C0B761A}" destId="{A9E2151C-49A5-4170-9460-762CA1F9F6D5}" srcOrd="0" destOrd="0" presId="urn:microsoft.com/office/officeart/2018/2/layout/IconLabelList"/>
    <dgm:cxn modelId="{312847EC-B276-4093-9ED3-7E28E1593F60}" srcId="{CA703402-5D1E-43FF-B292-EDF78C0B761A}" destId="{DC106ECC-3574-4CBD-9F2C-D1BA259765C0}" srcOrd="2" destOrd="0" parTransId="{FA3CC9F4-3681-420A-8E74-A20BF4962C5D}" sibTransId="{E2C03587-C1D6-44B5-BA2B-7B88FB7DCC15}"/>
    <dgm:cxn modelId="{A3B1AAF8-3DB1-4D7C-B9E3-A29F1C53F85E}" srcId="{CA703402-5D1E-43FF-B292-EDF78C0B761A}" destId="{B051D070-8544-4356-B32C-40CA92CF60F0}" srcOrd="0" destOrd="0" parTransId="{DFAEED46-B279-4581-9C79-ADA27D1F5EEA}" sibTransId="{E104E833-010C-4E83-9D26-8B902CDCDCBD}"/>
    <dgm:cxn modelId="{211F4510-0138-45BE-9C15-F30246F9DB0D}" type="presParOf" srcId="{A9E2151C-49A5-4170-9460-762CA1F9F6D5}" destId="{4B3B41FB-905E-42A5-A095-F8D7C4C79FC1}" srcOrd="0" destOrd="0" presId="urn:microsoft.com/office/officeart/2018/2/layout/IconLabelList"/>
    <dgm:cxn modelId="{61419674-2A53-4B95-8943-D0A21F151D31}" type="presParOf" srcId="{4B3B41FB-905E-42A5-A095-F8D7C4C79FC1}" destId="{B03410B3-AF67-4EC2-B313-C207A56CBDC3}" srcOrd="0" destOrd="0" presId="urn:microsoft.com/office/officeart/2018/2/layout/IconLabelList"/>
    <dgm:cxn modelId="{DB410CA2-3F69-4BFC-915C-B9C1BBE03E34}" type="presParOf" srcId="{4B3B41FB-905E-42A5-A095-F8D7C4C79FC1}" destId="{850F8C62-5434-42F5-8E16-FF46A4A90835}" srcOrd="1" destOrd="0" presId="urn:microsoft.com/office/officeart/2018/2/layout/IconLabelList"/>
    <dgm:cxn modelId="{D8423B59-2819-4BEB-86C8-66C523EB1097}" type="presParOf" srcId="{4B3B41FB-905E-42A5-A095-F8D7C4C79FC1}" destId="{EE139480-7DD8-4E4E-9537-D380D875DB48}" srcOrd="2" destOrd="0" presId="urn:microsoft.com/office/officeart/2018/2/layout/IconLabelList"/>
    <dgm:cxn modelId="{F3590D99-87C3-44FA-A97E-0ACC7EF67E11}" type="presParOf" srcId="{A9E2151C-49A5-4170-9460-762CA1F9F6D5}" destId="{DA881884-B269-4E01-975A-CDD67490D220}" srcOrd="1" destOrd="0" presId="urn:microsoft.com/office/officeart/2018/2/layout/IconLabelList"/>
    <dgm:cxn modelId="{DD02F470-AC09-49FF-8CFF-3A7D4492C58E}" type="presParOf" srcId="{A9E2151C-49A5-4170-9460-762CA1F9F6D5}" destId="{F39411DC-A14B-4E2D-A2BF-7DD3A6BBD186}" srcOrd="2" destOrd="0" presId="urn:microsoft.com/office/officeart/2018/2/layout/IconLabelList"/>
    <dgm:cxn modelId="{33EC6115-4156-4819-99D4-22E87EE75A69}" type="presParOf" srcId="{F39411DC-A14B-4E2D-A2BF-7DD3A6BBD186}" destId="{D4BCBABA-1B61-4A6B-A171-229640E389ED}" srcOrd="0" destOrd="0" presId="urn:microsoft.com/office/officeart/2018/2/layout/IconLabelList"/>
    <dgm:cxn modelId="{DC1F536E-0FBD-4E29-B335-6D36B8EA0E62}" type="presParOf" srcId="{F39411DC-A14B-4E2D-A2BF-7DD3A6BBD186}" destId="{3096336F-9163-46FA-B664-ACAE669AB043}" srcOrd="1" destOrd="0" presId="urn:microsoft.com/office/officeart/2018/2/layout/IconLabelList"/>
    <dgm:cxn modelId="{39DEE2C7-6889-41DC-9B49-5C46D2EF3DFF}" type="presParOf" srcId="{F39411DC-A14B-4E2D-A2BF-7DD3A6BBD186}" destId="{102FF7D6-9941-41E0-ACFA-D8712F5C6813}" srcOrd="2" destOrd="0" presId="urn:microsoft.com/office/officeart/2018/2/layout/IconLabelList"/>
    <dgm:cxn modelId="{3F27283B-0810-4001-B6E9-04A452D5F02B}" type="presParOf" srcId="{A9E2151C-49A5-4170-9460-762CA1F9F6D5}" destId="{6D522622-ECB3-455A-B2C2-7E713FBAC283}" srcOrd="3" destOrd="0" presId="urn:microsoft.com/office/officeart/2018/2/layout/IconLabelList"/>
    <dgm:cxn modelId="{26E908D1-EA23-48A9-8557-2334D3FC4646}" type="presParOf" srcId="{A9E2151C-49A5-4170-9460-762CA1F9F6D5}" destId="{E920D388-754B-46F3-949C-E38D97B1DDD2}" srcOrd="4" destOrd="0" presId="urn:microsoft.com/office/officeart/2018/2/layout/IconLabelList"/>
    <dgm:cxn modelId="{82111AD9-D022-43A1-82E0-FFB63E6D2F27}" type="presParOf" srcId="{E920D388-754B-46F3-949C-E38D97B1DDD2}" destId="{8B27F62F-A31C-4383-BD04-139381C988EB}" srcOrd="0" destOrd="0" presId="urn:microsoft.com/office/officeart/2018/2/layout/IconLabelList"/>
    <dgm:cxn modelId="{95A34C70-EE53-4BAE-AC37-88AD447CC00F}" type="presParOf" srcId="{E920D388-754B-46F3-949C-E38D97B1DDD2}" destId="{7CBF7709-967A-43E8-8FC8-D044DD6C6F5C}" srcOrd="1" destOrd="0" presId="urn:microsoft.com/office/officeart/2018/2/layout/IconLabelList"/>
    <dgm:cxn modelId="{A6BEBFB3-83C3-4B9E-BAE9-7B5C0E40F7D2}" type="presParOf" srcId="{E920D388-754B-46F3-949C-E38D97B1DDD2}" destId="{E5BCD658-290F-454A-A468-70BDCBC7530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86EC85B-941D-422A-BC23-0EC03DB0CC0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911FB453-0BE0-4F53-9734-8157AB6F92A0}">
      <dgm:prSet/>
      <dgm:spPr/>
      <dgm:t>
        <a:bodyPr/>
        <a:lstStyle/>
        <a:p>
          <a:r>
            <a:rPr lang="en-US"/>
            <a:t>Overfitting nhẹ, validation loss tăng cuối epoch</a:t>
          </a:r>
        </a:p>
      </dgm:t>
    </dgm:pt>
    <dgm:pt modelId="{26E1DAF2-9749-4B30-AC91-1C5E94E0FFC4}" type="parTrans" cxnId="{CBBEF9D3-0493-4C89-BEA5-2BD6BC7E627E}">
      <dgm:prSet/>
      <dgm:spPr/>
      <dgm:t>
        <a:bodyPr/>
        <a:lstStyle/>
        <a:p>
          <a:endParaRPr lang="en-US"/>
        </a:p>
      </dgm:t>
    </dgm:pt>
    <dgm:pt modelId="{ADA4FDE3-DFCF-4095-BD64-385E06B33262}" type="sibTrans" cxnId="{CBBEF9D3-0493-4C89-BEA5-2BD6BC7E627E}">
      <dgm:prSet/>
      <dgm:spPr/>
      <dgm:t>
        <a:bodyPr/>
        <a:lstStyle/>
        <a:p>
          <a:endParaRPr lang="en-US"/>
        </a:p>
      </dgm:t>
    </dgm:pt>
    <dgm:pt modelId="{B8A0890A-2F60-491D-8A1C-0D5908BED638}">
      <dgm:prSet/>
      <dgm:spPr/>
      <dgm:t>
        <a:bodyPr/>
        <a:lstStyle/>
        <a:p>
          <a:r>
            <a:rPr lang="en-US"/>
            <a:t>Giải pháp: tăng regularization, early stopping, data augmentation, thêm dữ liệu</a:t>
          </a:r>
        </a:p>
      </dgm:t>
    </dgm:pt>
    <dgm:pt modelId="{E7D0F2B8-7591-479E-AF32-C7AB4120CA3F}" type="parTrans" cxnId="{BAB29872-3737-47EC-80C3-ECE65C3E2B54}">
      <dgm:prSet/>
      <dgm:spPr/>
      <dgm:t>
        <a:bodyPr/>
        <a:lstStyle/>
        <a:p>
          <a:endParaRPr lang="en-US"/>
        </a:p>
      </dgm:t>
    </dgm:pt>
    <dgm:pt modelId="{33173D81-6156-4672-B8DE-2EC40DBA04DF}" type="sibTrans" cxnId="{BAB29872-3737-47EC-80C3-ECE65C3E2B54}">
      <dgm:prSet/>
      <dgm:spPr/>
      <dgm:t>
        <a:bodyPr/>
        <a:lstStyle/>
        <a:p>
          <a:endParaRPr lang="en-US"/>
        </a:p>
      </dgm:t>
    </dgm:pt>
    <dgm:pt modelId="{F8E4FDF1-52B2-4346-9A70-C7172D9617BE}" type="pres">
      <dgm:prSet presAssocID="{C86EC85B-941D-422A-BC23-0EC03DB0CC03}" presName="root" presStyleCnt="0">
        <dgm:presLayoutVars>
          <dgm:dir/>
          <dgm:resizeHandles val="exact"/>
        </dgm:presLayoutVars>
      </dgm:prSet>
      <dgm:spPr/>
    </dgm:pt>
    <dgm:pt modelId="{60F203F6-C69A-4AA6-9717-E3FA1A30C0A6}" type="pres">
      <dgm:prSet presAssocID="{911FB453-0BE0-4F53-9734-8157AB6F92A0}" presName="compNode" presStyleCnt="0"/>
      <dgm:spPr/>
    </dgm:pt>
    <dgm:pt modelId="{45E10B4F-071A-46A1-8DFC-7F16CFA8B86A}" type="pres">
      <dgm:prSet presAssocID="{911FB453-0BE0-4F53-9734-8157AB6F92A0}" presName="bgRect" presStyleLbl="bgShp" presStyleIdx="0" presStyleCnt="2"/>
      <dgm:spPr/>
    </dgm:pt>
    <dgm:pt modelId="{BABBE830-D20C-4F1E-9A05-81ECD7002809}" type="pres">
      <dgm:prSet presAssocID="{911FB453-0BE0-4F53-9734-8157AB6F92A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aker"/>
        </a:ext>
      </dgm:extLst>
    </dgm:pt>
    <dgm:pt modelId="{9570C65D-B665-4DD7-A689-2910FA1C5971}" type="pres">
      <dgm:prSet presAssocID="{911FB453-0BE0-4F53-9734-8157AB6F92A0}" presName="spaceRect" presStyleCnt="0"/>
      <dgm:spPr/>
    </dgm:pt>
    <dgm:pt modelId="{FFB61DBB-5B64-479B-80FE-7BF3090CD416}" type="pres">
      <dgm:prSet presAssocID="{911FB453-0BE0-4F53-9734-8157AB6F92A0}" presName="parTx" presStyleLbl="revTx" presStyleIdx="0" presStyleCnt="2">
        <dgm:presLayoutVars>
          <dgm:chMax val="0"/>
          <dgm:chPref val="0"/>
        </dgm:presLayoutVars>
      </dgm:prSet>
      <dgm:spPr/>
    </dgm:pt>
    <dgm:pt modelId="{404D2373-9DFF-46FF-9D8F-9B3AA5EB95C0}" type="pres">
      <dgm:prSet presAssocID="{ADA4FDE3-DFCF-4095-BD64-385E06B33262}" presName="sibTrans" presStyleCnt="0"/>
      <dgm:spPr/>
    </dgm:pt>
    <dgm:pt modelId="{3E690BBD-842A-4A00-8868-23B6948DE270}" type="pres">
      <dgm:prSet presAssocID="{B8A0890A-2F60-491D-8A1C-0D5908BED638}" presName="compNode" presStyleCnt="0"/>
      <dgm:spPr/>
    </dgm:pt>
    <dgm:pt modelId="{336B34C7-072E-4E0B-B106-8AAA74E86931}" type="pres">
      <dgm:prSet presAssocID="{B8A0890A-2F60-491D-8A1C-0D5908BED638}" presName="bgRect" presStyleLbl="bgShp" presStyleIdx="1" presStyleCnt="2"/>
      <dgm:spPr/>
    </dgm:pt>
    <dgm:pt modelId="{A59E6CCB-72E3-4338-9EAB-6140F4953849}" type="pres">
      <dgm:prSet presAssocID="{B8A0890A-2F60-491D-8A1C-0D5908BED63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ADEF4E1C-5C3C-4290-9D5B-9A34C262183C}" type="pres">
      <dgm:prSet presAssocID="{B8A0890A-2F60-491D-8A1C-0D5908BED638}" presName="spaceRect" presStyleCnt="0"/>
      <dgm:spPr/>
    </dgm:pt>
    <dgm:pt modelId="{B8A695DD-F075-43FB-A882-FB28BD325F6C}" type="pres">
      <dgm:prSet presAssocID="{B8A0890A-2F60-491D-8A1C-0D5908BED63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A26A73F-4CB9-4EC7-BE1D-AEF64A055BF0}" type="presOf" srcId="{B8A0890A-2F60-491D-8A1C-0D5908BED638}" destId="{B8A695DD-F075-43FB-A882-FB28BD325F6C}" srcOrd="0" destOrd="0" presId="urn:microsoft.com/office/officeart/2018/2/layout/IconVerticalSolidList"/>
    <dgm:cxn modelId="{BAB29872-3737-47EC-80C3-ECE65C3E2B54}" srcId="{C86EC85B-941D-422A-BC23-0EC03DB0CC03}" destId="{B8A0890A-2F60-491D-8A1C-0D5908BED638}" srcOrd="1" destOrd="0" parTransId="{E7D0F2B8-7591-479E-AF32-C7AB4120CA3F}" sibTransId="{33173D81-6156-4672-B8DE-2EC40DBA04DF}"/>
    <dgm:cxn modelId="{370345A6-6A3C-4550-AB3E-33161C714412}" type="presOf" srcId="{911FB453-0BE0-4F53-9734-8157AB6F92A0}" destId="{FFB61DBB-5B64-479B-80FE-7BF3090CD416}" srcOrd="0" destOrd="0" presId="urn:microsoft.com/office/officeart/2018/2/layout/IconVerticalSolidList"/>
    <dgm:cxn modelId="{9E25FBAD-9731-4140-853A-88178C5EBD51}" type="presOf" srcId="{C86EC85B-941D-422A-BC23-0EC03DB0CC03}" destId="{F8E4FDF1-52B2-4346-9A70-C7172D9617BE}" srcOrd="0" destOrd="0" presId="urn:microsoft.com/office/officeart/2018/2/layout/IconVerticalSolidList"/>
    <dgm:cxn modelId="{CBBEF9D3-0493-4C89-BEA5-2BD6BC7E627E}" srcId="{C86EC85B-941D-422A-BC23-0EC03DB0CC03}" destId="{911FB453-0BE0-4F53-9734-8157AB6F92A0}" srcOrd="0" destOrd="0" parTransId="{26E1DAF2-9749-4B30-AC91-1C5E94E0FFC4}" sibTransId="{ADA4FDE3-DFCF-4095-BD64-385E06B33262}"/>
    <dgm:cxn modelId="{CDC2569B-F241-40FC-AE5C-175C20720C43}" type="presParOf" srcId="{F8E4FDF1-52B2-4346-9A70-C7172D9617BE}" destId="{60F203F6-C69A-4AA6-9717-E3FA1A30C0A6}" srcOrd="0" destOrd="0" presId="urn:microsoft.com/office/officeart/2018/2/layout/IconVerticalSolidList"/>
    <dgm:cxn modelId="{B6CEDF7A-F45D-40A1-BFFF-0D2DF7F906E5}" type="presParOf" srcId="{60F203F6-C69A-4AA6-9717-E3FA1A30C0A6}" destId="{45E10B4F-071A-46A1-8DFC-7F16CFA8B86A}" srcOrd="0" destOrd="0" presId="urn:microsoft.com/office/officeart/2018/2/layout/IconVerticalSolidList"/>
    <dgm:cxn modelId="{D974F090-40B6-44E0-9C00-43F04F343C72}" type="presParOf" srcId="{60F203F6-C69A-4AA6-9717-E3FA1A30C0A6}" destId="{BABBE830-D20C-4F1E-9A05-81ECD7002809}" srcOrd="1" destOrd="0" presId="urn:microsoft.com/office/officeart/2018/2/layout/IconVerticalSolidList"/>
    <dgm:cxn modelId="{E42DAABD-892D-4216-897A-9338956F4965}" type="presParOf" srcId="{60F203F6-C69A-4AA6-9717-E3FA1A30C0A6}" destId="{9570C65D-B665-4DD7-A689-2910FA1C5971}" srcOrd="2" destOrd="0" presId="urn:microsoft.com/office/officeart/2018/2/layout/IconVerticalSolidList"/>
    <dgm:cxn modelId="{C09FB85B-A24C-4CD1-AE14-88BAEC61B524}" type="presParOf" srcId="{60F203F6-C69A-4AA6-9717-E3FA1A30C0A6}" destId="{FFB61DBB-5B64-479B-80FE-7BF3090CD416}" srcOrd="3" destOrd="0" presId="urn:microsoft.com/office/officeart/2018/2/layout/IconVerticalSolidList"/>
    <dgm:cxn modelId="{4553416A-874E-428D-B546-26E59134AAD5}" type="presParOf" srcId="{F8E4FDF1-52B2-4346-9A70-C7172D9617BE}" destId="{404D2373-9DFF-46FF-9D8F-9B3AA5EB95C0}" srcOrd="1" destOrd="0" presId="urn:microsoft.com/office/officeart/2018/2/layout/IconVerticalSolidList"/>
    <dgm:cxn modelId="{2B9B9222-E3B2-41C7-B179-B1EFB8235583}" type="presParOf" srcId="{F8E4FDF1-52B2-4346-9A70-C7172D9617BE}" destId="{3E690BBD-842A-4A00-8868-23B6948DE270}" srcOrd="2" destOrd="0" presId="urn:microsoft.com/office/officeart/2018/2/layout/IconVerticalSolidList"/>
    <dgm:cxn modelId="{96B7AFAD-E019-45A8-9DF3-19DCEA6C241D}" type="presParOf" srcId="{3E690BBD-842A-4A00-8868-23B6948DE270}" destId="{336B34C7-072E-4E0B-B106-8AAA74E86931}" srcOrd="0" destOrd="0" presId="urn:microsoft.com/office/officeart/2018/2/layout/IconVerticalSolidList"/>
    <dgm:cxn modelId="{0BAA856A-457E-4DB9-9A2C-3DF09399DFB7}" type="presParOf" srcId="{3E690BBD-842A-4A00-8868-23B6948DE270}" destId="{A59E6CCB-72E3-4338-9EAB-6140F4953849}" srcOrd="1" destOrd="0" presId="urn:microsoft.com/office/officeart/2018/2/layout/IconVerticalSolidList"/>
    <dgm:cxn modelId="{AB69B63A-40B7-4D3C-A7DC-40D56E3E242E}" type="presParOf" srcId="{3E690BBD-842A-4A00-8868-23B6948DE270}" destId="{ADEF4E1C-5C3C-4290-9D5B-9A34C262183C}" srcOrd="2" destOrd="0" presId="urn:microsoft.com/office/officeart/2018/2/layout/IconVerticalSolidList"/>
    <dgm:cxn modelId="{5A218B8B-7E41-4477-ABE5-CFA2694780B6}" type="presParOf" srcId="{3E690BBD-842A-4A00-8868-23B6948DE270}" destId="{B8A695DD-F075-43FB-A882-FB28BD325F6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37C1A9-B34C-48B2-8345-27E8E83E7952}">
      <dsp:nvSpPr>
        <dsp:cNvPr id="0" name=""/>
        <dsp:cNvSpPr/>
      </dsp:nvSpPr>
      <dsp:spPr>
        <a:xfrm>
          <a:off x="443299" y="831741"/>
          <a:ext cx="1303875" cy="130387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42F1D7-B3B7-4840-A3DA-9A1D888DD985}">
      <dsp:nvSpPr>
        <dsp:cNvPr id="0" name=""/>
        <dsp:cNvSpPr/>
      </dsp:nvSpPr>
      <dsp:spPr>
        <a:xfrm>
          <a:off x="721174" y="1109616"/>
          <a:ext cx="748125" cy="7481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EBBE9A-468D-464D-B505-BE70065C2D89}">
      <dsp:nvSpPr>
        <dsp:cNvPr id="0" name=""/>
        <dsp:cNvSpPr/>
      </dsp:nvSpPr>
      <dsp:spPr>
        <a:xfrm>
          <a:off x="26487" y="25417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Phân loại ảnh Food vs Non-Food</a:t>
          </a:r>
        </a:p>
      </dsp:txBody>
      <dsp:txXfrm>
        <a:off x="26487" y="2541741"/>
        <a:ext cx="2137500" cy="720000"/>
      </dsp:txXfrm>
    </dsp:sp>
    <dsp:sp modelId="{71CBBA25-2AEC-411D-9A30-F12588C170EE}">
      <dsp:nvSpPr>
        <dsp:cNvPr id="0" name=""/>
        <dsp:cNvSpPr/>
      </dsp:nvSpPr>
      <dsp:spPr>
        <a:xfrm>
          <a:off x="2954862" y="831741"/>
          <a:ext cx="1303875" cy="1303875"/>
        </a:xfrm>
        <a:prstGeom prst="ellipse">
          <a:avLst/>
        </a:prstGeom>
        <a:solidFill>
          <a:schemeClr val="accent2">
            <a:hueOff val="-1482143"/>
            <a:satOff val="7100"/>
            <a:lumOff val="656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E3630A-703B-4CF0-B4E8-A7474D7DC008}">
      <dsp:nvSpPr>
        <dsp:cNvPr id="0" name=""/>
        <dsp:cNvSpPr/>
      </dsp:nvSpPr>
      <dsp:spPr>
        <a:xfrm>
          <a:off x="3232737" y="1109616"/>
          <a:ext cx="748125" cy="7481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D8F644-D4AA-4796-880B-CD57009BADC7}">
      <dsp:nvSpPr>
        <dsp:cNvPr id="0" name=""/>
        <dsp:cNvSpPr/>
      </dsp:nvSpPr>
      <dsp:spPr>
        <a:xfrm>
          <a:off x="2538049" y="25417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Mục tiêu: mô hình dự đoán nhanh, chính xác</a:t>
          </a:r>
        </a:p>
      </dsp:txBody>
      <dsp:txXfrm>
        <a:off x="2538049" y="2541741"/>
        <a:ext cx="2137500" cy="720000"/>
      </dsp:txXfrm>
    </dsp:sp>
    <dsp:sp modelId="{773CF04B-44BC-46E6-8CC6-E89B8101588E}">
      <dsp:nvSpPr>
        <dsp:cNvPr id="0" name=""/>
        <dsp:cNvSpPr/>
      </dsp:nvSpPr>
      <dsp:spPr>
        <a:xfrm>
          <a:off x="5466424" y="831741"/>
          <a:ext cx="1303875" cy="1303875"/>
        </a:xfrm>
        <a:prstGeom prst="ellipse">
          <a:avLst/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68253A-6D35-4330-AE74-B08698217A69}">
      <dsp:nvSpPr>
        <dsp:cNvPr id="0" name=""/>
        <dsp:cNvSpPr/>
      </dsp:nvSpPr>
      <dsp:spPr>
        <a:xfrm>
          <a:off x="5744299" y="1109616"/>
          <a:ext cx="748125" cy="7481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E645A6-77E7-4202-944C-A51E227D80B5}">
      <dsp:nvSpPr>
        <dsp:cNvPr id="0" name=""/>
        <dsp:cNvSpPr/>
      </dsp:nvSpPr>
      <dsp:spPr>
        <a:xfrm>
          <a:off x="5049612" y="25417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Triển khai trên Kaggle Notebook với GPU</a:t>
          </a:r>
        </a:p>
      </dsp:txBody>
      <dsp:txXfrm>
        <a:off x="5049612" y="2541741"/>
        <a:ext cx="21375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F99E49-A142-4DDC-B6F0-9444F7E4525C}">
      <dsp:nvSpPr>
        <dsp:cNvPr id="0" name=""/>
        <dsp:cNvSpPr/>
      </dsp:nvSpPr>
      <dsp:spPr>
        <a:xfrm>
          <a:off x="613109" y="1057143"/>
          <a:ext cx="962257" cy="9622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F5957C-B538-4FDD-A44C-77A3386591A3}">
      <dsp:nvSpPr>
        <dsp:cNvPr id="0" name=""/>
        <dsp:cNvSpPr/>
      </dsp:nvSpPr>
      <dsp:spPr>
        <a:xfrm>
          <a:off x="25063" y="2316338"/>
          <a:ext cx="21383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Input: Ảnh bất kỳ</a:t>
          </a:r>
        </a:p>
      </dsp:txBody>
      <dsp:txXfrm>
        <a:off x="25063" y="2316338"/>
        <a:ext cx="2138350" cy="720000"/>
      </dsp:txXfrm>
    </dsp:sp>
    <dsp:sp modelId="{36DAA369-816E-48A3-AF5D-4F22E41DA343}">
      <dsp:nvSpPr>
        <dsp:cNvPr id="0" name=""/>
        <dsp:cNvSpPr/>
      </dsp:nvSpPr>
      <dsp:spPr>
        <a:xfrm>
          <a:off x="3125671" y="1057143"/>
          <a:ext cx="962257" cy="9622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B94D08-098F-4959-B01F-82FFC54FBEB9}">
      <dsp:nvSpPr>
        <dsp:cNvPr id="0" name=""/>
        <dsp:cNvSpPr/>
      </dsp:nvSpPr>
      <dsp:spPr>
        <a:xfrm>
          <a:off x="2537625" y="2316338"/>
          <a:ext cx="21383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Output: Dự đoán Food hoặc Non-Food</a:t>
          </a:r>
        </a:p>
      </dsp:txBody>
      <dsp:txXfrm>
        <a:off x="2537625" y="2316338"/>
        <a:ext cx="2138350" cy="720000"/>
      </dsp:txXfrm>
    </dsp:sp>
    <dsp:sp modelId="{CC8019BE-F96D-4387-B0E8-C3EC3D4733D4}">
      <dsp:nvSpPr>
        <dsp:cNvPr id="0" name=""/>
        <dsp:cNvSpPr/>
      </dsp:nvSpPr>
      <dsp:spPr>
        <a:xfrm>
          <a:off x="5638232" y="1057143"/>
          <a:ext cx="962257" cy="9622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6CEDF5-B5B0-4678-984E-322F87232250}">
      <dsp:nvSpPr>
        <dsp:cNvPr id="0" name=""/>
        <dsp:cNvSpPr/>
      </dsp:nvSpPr>
      <dsp:spPr>
        <a:xfrm>
          <a:off x="5050186" y="2316338"/>
          <a:ext cx="21383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Ý nghĩa: hỗ trợ chế độ ăn, quản lý calo, phân loại ảnh mạng xã hội, nhận diện chi tiết món ăn</a:t>
          </a:r>
        </a:p>
      </dsp:txBody>
      <dsp:txXfrm>
        <a:off x="5050186" y="2316338"/>
        <a:ext cx="21383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C6E99C-CC34-45A3-A8B4-BE7D7A4CE1E9}">
      <dsp:nvSpPr>
        <dsp:cNvPr id="0" name=""/>
        <dsp:cNvSpPr/>
      </dsp:nvSpPr>
      <dsp:spPr>
        <a:xfrm>
          <a:off x="0" y="1295512"/>
          <a:ext cx="2028824" cy="12883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83A251-CE2D-4601-96F1-10F51137D1B2}">
      <dsp:nvSpPr>
        <dsp:cNvPr id="0" name=""/>
        <dsp:cNvSpPr/>
      </dsp:nvSpPr>
      <dsp:spPr>
        <a:xfrm>
          <a:off x="225425" y="1509665"/>
          <a:ext cx="2028824" cy="12883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Hình ảnh Food đa dạng về màu sắc, hình dạng, cách chế biến</a:t>
          </a:r>
        </a:p>
      </dsp:txBody>
      <dsp:txXfrm>
        <a:off x="263158" y="1547398"/>
        <a:ext cx="1953358" cy="1212837"/>
      </dsp:txXfrm>
    </dsp:sp>
    <dsp:sp modelId="{1BD88459-5CC5-4203-B978-1FD3B33750AA}">
      <dsp:nvSpPr>
        <dsp:cNvPr id="0" name=""/>
        <dsp:cNvSpPr/>
      </dsp:nvSpPr>
      <dsp:spPr>
        <a:xfrm>
          <a:off x="2479675" y="1295512"/>
          <a:ext cx="2028824" cy="12883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94DCFF-0D16-4F58-8C7F-83374ABB01DD}">
      <dsp:nvSpPr>
        <dsp:cNvPr id="0" name=""/>
        <dsp:cNvSpPr/>
      </dsp:nvSpPr>
      <dsp:spPr>
        <a:xfrm>
          <a:off x="2705100" y="1509665"/>
          <a:ext cx="2028824" cy="12883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Non-Food đôi khi nhìn giống Food</a:t>
          </a:r>
        </a:p>
      </dsp:txBody>
      <dsp:txXfrm>
        <a:off x="2742833" y="1547398"/>
        <a:ext cx="1953358" cy="1212837"/>
      </dsp:txXfrm>
    </dsp:sp>
    <dsp:sp modelId="{AAA30E43-2EA9-4BDC-A7AA-DDB1368B0F31}">
      <dsp:nvSpPr>
        <dsp:cNvPr id="0" name=""/>
        <dsp:cNvSpPr/>
      </dsp:nvSpPr>
      <dsp:spPr>
        <a:xfrm>
          <a:off x="4959349" y="1295512"/>
          <a:ext cx="2028824" cy="12883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57AD61-31A0-46D3-B7F8-50BDE2EEF57C}">
      <dsp:nvSpPr>
        <dsp:cNvPr id="0" name=""/>
        <dsp:cNvSpPr/>
      </dsp:nvSpPr>
      <dsp:spPr>
        <a:xfrm>
          <a:off x="5184774" y="1509665"/>
          <a:ext cx="2028824" cy="12883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Cần cân bằng độ chính xác, tốc độ dự đoán, khả năng triển khai</a:t>
          </a:r>
        </a:p>
      </dsp:txBody>
      <dsp:txXfrm>
        <a:off x="5222507" y="1547398"/>
        <a:ext cx="1953358" cy="121283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1A4FF8-6C8C-4B47-B5F7-FB2052685B29}">
      <dsp:nvSpPr>
        <dsp:cNvPr id="0" name=""/>
        <dsp:cNvSpPr/>
      </dsp:nvSpPr>
      <dsp:spPr>
        <a:xfrm>
          <a:off x="0" y="3198"/>
          <a:ext cx="7213600" cy="681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E555C5-F203-4B15-A412-CEB58614D6BB}">
      <dsp:nvSpPr>
        <dsp:cNvPr id="0" name=""/>
        <dsp:cNvSpPr/>
      </dsp:nvSpPr>
      <dsp:spPr>
        <a:xfrm>
          <a:off x="206057" y="156463"/>
          <a:ext cx="374649" cy="3746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A6EA2E-371C-473B-AFF1-2857898D0E73}">
      <dsp:nvSpPr>
        <dsp:cNvPr id="0" name=""/>
        <dsp:cNvSpPr/>
      </dsp:nvSpPr>
      <dsp:spPr>
        <a:xfrm>
          <a:off x="786764" y="3198"/>
          <a:ext cx="6426835" cy="68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92" tIns="72092" rIns="72092" bIns="7209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1. Tiền xử lý &amp; augmentation</a:t>
          </a:r>
        </a:p>
      </dsp:txBody>
      <dsp:txXfrm>
        <a:off x="786764" y="3198"/>
        <a:ext cx="6426835" cy="681180"/>
      </dsp:txXfrm>
    </dsp:sp>
    <dsp:sp modelId="{8975A97E-5827-44D7-A9A5-EEEBA2F9246E}">
      <dsp:nvSpPr>
        <dsp:cNvPr id="0" name=""/>
        <dsp:cNvSpPr/>
      </dsp:nvSpPr>
      <dsp:spPr>
        <a:xfrm>
          <a:off x="0" y="854674"/>
          <a:ext cx="7213600" cy="681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12C7B6-2842-4FAA-B32F-B5F57387F4FE}">
      <dsp:nvSpPr>
        <dsp:cNvPr id="0" name=""/>
        <dsp:cNvSpPr/>
      </dsp:nvSpPr>
      <dsp:spPr>
        <a:xfrm>
          <a:off x="206057" y="1007939"/>
          <a:ext cx="374649" cy="3746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9C100A-C0A9-45BF-83E2-7C85D6878577}">
      <dsp:nvSpPr>
        <dsp:cNvPr id="0" name=""/>
        <dsp:cNvSpPr/>
      </dsp:nvSpPr>
      <dsp:spPr>
        <a:xfrm>
          <a:off x="786764" y="854674"/>
          <a:ext cx="6426835" cy="68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92" tIns="72092" rIns="72092" bIns="7209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2. Load ResNet50 pretrained, freeze các lớp đầu</a:t>
          </a:r>
        </a:p>
      </dsp:txBody>
      <dsp:txXfrm>
        <a:off x="786764" y="854674"/>
        <a:ext cx="6426835" cy="681180"/>
      </dsp:txXfrm>
    </dsp:sp>
    <dsp:sp modelId="{2C1FC650-4CEA-4C57-838A-5AC9F2228A14}">
      <dsp:nvSpPr>
        <dsp:cNvPr id="0" name=""/>
        <dsp:cNvSpPr/>
      </dsp:nvSpPr>
      <dsp:spPr>
        <a:xfrm>
          <a:off x="0" y="1706150"/>
          <a:ext cx="7213600" cy="681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3096AB-E1FF-4150-894D-570F1BA77519}">
      <dsp:nvSpPr>
        <dsp:cNvPr id="0" name=""/>
        <dsp:cNvSpPr/>
      </dsp:nvSpPr>
      <dsp:spPr>
        <a:xfrm>
          <a:off x="206057" y="1859416"/>
          <a:ext cx="374649" cy="3746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6C408F-1767-4C1F-8ADA-750F96A5EFB6}">
      <dsp:nvSpPr>
        <dsp:cNvPr id="0" name=""/>
        <dsp:cNvSpPr/>
      </dsp:nvSpPr>
      <dsp:spPr>
        <a:xfrm>
          <a:off x="786764" y="1706150"/>
          <a:ext cx="6426835" cy="68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92" tIns="72092" rIns="72092" bIns="7209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3. Thêm Dense + Dropout cho 2 lớp output</a:t>
          </a:r>
        </a:p>
      </dsp:txBody>
      <dsp:txXfrm>
        <a:off x="786764" y="1706150"/>
        <a:ext cx="6426835" cy="681180"/>
      </dsp:txXfrm>
    </dsp:sp>
    <dsp:sp modelId="{3E5F5088-4862-415D-83F3-B642F0331DA7}">
      <dsp:nvSpPr>
        <dsp:cNvPr id="0" name=""/>
        <dsp:cNvSpPr/>
      </dsp:nvSpPr>
      <dsp:spPr>
        <a:xfrm>
          <a:off x="0" y="2557626"/>
          <a:ext cx="7213600" cy="681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FB7DEB-3601-45E1-BCDF-85F5680F6FA7}">
      <dsp:nvSpPr>
        <dsp:cNvPr id="0" name=""/>
        <dsp:cNvSpPr/>
      </dsp:nvSpPr>
      <dsp:spPr>
        <a:xfrm>
          <a:off x="206057" y="2710892"/>
          <a:ext cx="374649" cy="3746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29078E-FF02-4F2A-BD70-09CE701D2A16}">
      <dsp:nvSpPr>
        <dsp:cNvPr id="0" name=""/>
        <dsp:cNvSpPr/>
      </dsp:nvSpPr>
      <dsp:spPr>
        <a:xfrm>
          <a:off x="786764" y="2557626"/>
          <a:ext cx="6426835" cy="68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92" tIns="72092" rIns="72092" bIns="7209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4. Compile &amp; train (EarlyStopping, ReduceLROnPlateau)</a:t>
          </a:r>
        </a:p>
      </dsp:txBody>
      <dsp:txXfrm>
        <a:off x="786764" y="2557626"/>
        <a:ext cx="6426835" cy="681180"/>
      </dsp:txXfrm>
    </dsp:sp>
    <dsp:sp modelId="{AD2D2085-EDE5-45D4-838E-9E35C015A59A}">
      <dsp:nvSpPr>
        <dsp:cNvPr id="0" name=""/>
        <dsp:cNvSpPr/>
      </dsp:nvSpPr>
      <dsp:spPr>
        <a:xfrm>
          <a:off x="0" y="3409102"/>
          <a:ext cx="7213600" cy="6811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B09756-D9BD-48C8-89A1-67E73596D910}">
      <dsp:nvSpPr>
        <dsp:cNvPr id="0" name=""/>
        <dsp:cNvSpPr/>
      </dsp:nvSpPr>
      <dsp:spPr>
        <a:xfrm>
          <a:off x="206057" y="3562368"/>
          <a:ext cx="374649" cy="3746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370092-E0FD-4AC0-8737-69C56EB6AC9A}">
      <dsp:nvSpPr>
        <dsp:cNvPr id="0" name=""/>
        <dsp:cNvSpPr/>
      </dsp:nvSpPr>
      <dsp:spPr>
        <a:xfrm>
          <a:off x="786764" y="3409102"/>
          <a:ext cx="6426835" cy="68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92" tIns="72092" rIns="72092" bIns="7209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5. Đánh giá trên tập test</a:t>
          </a:r>
        </a:p>
      </dsp:txBody>
      <dsp:txXfrm>
        <a:off x="786764" y="3409102"/>
        <a:ext cx="6426835" cy="6811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CE7B19-BB99-4306-B0CD-037ADA123D3F}">
      <dsp:nvSpPr>
        <dsp:cNvPr id="0" name=""/>
        <dsp:cNvSpPr/>
      </dsp:nvSpPr>
      <dsp:spPr>
        <a:xfrm>
          <a:off x="0" y="665190"/>
          <a:ext cx="7213600" cy="122804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97629C-00FA-447A-932C-8E8CFA843E8B}">
      <dsp:nvSpPr>
        <dsp:cNvPr id="0" name=""/>
        <dsp:cNvSpPr/>
      </dsp:nvSpPr>
      <dsp:spPr>
        <a:xfrm>
          <a:off x="371483" y="941500"/>
          <a:ext cx="675424" cy="6754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66F096-F5A8-4A27-BDBD-68E92CC2C8D5}">
      <dsp:nvSpPr>
        <dsp:cNvPr id="0" name=""/>
        <dsp:cNvSpPr/>
      </dsp:nvSpPr>
      <dsp:spPr>
        <a:xfrm>
          <a:off x="1418391" y="665190"/>
          <a:ext cx="5795208" cy="1228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968" tIns="129968" rIns="129968" bIns="12996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TensorFlow/Keras, ImageDataGenerator, Scikit-learn, Matplotlib/Seaborn</a:t>
          </a:r>
        </a:p>
      </dsp:txBody>
      <dsp:txXfrm>
        <a:off x="1418391" y="665190"/>
        <a:ext cx="5795208" cy="1228044"/>
      </dsp:txXfrm>
    </dsp:sp>
    <dsp:sp modelId="{42F1C709-EA14-42B5-BA04-0276538DDB76}">
      <dsp:nvSpPr>
        <dsp:cNvPr id="0" name=""/>
        <dsp:cNvSpPr/>
      </dsp:nvSpPr>
      <dsp:spPr>
        <a:xfrm>
          <a:off x="0" y="2200246"/>
          <a:ext cx="7213600" cy="122804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3354A1-2126-4412-B573-6A6C2C901F3C}">
      <dsp:nvSpPr>
        <dsp:cNvPr id="0" name=""/>
        <dsp:cNvSpPr/>
      </dsp:nvSpPr>
      <dsp:spPr>
        <a:xfrm>
          <a:off x="371483" y="2476556"/>
          <a:ext cx="675424" cy="6754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10E629-BE4A-461A-AB31-507E3C0A6DF3}">
      <dsp:nvSpPr>
        <dsp:cNvPr id="0" name=""/>
        <dsp:cNvSpPr/>
      </dsp:nvSpPr>
      <dsp:spPr>
        <a:xfrm>
          <a:off x="1418391" y="2200246"/>
          <a:ext cx="5795208" cy="1228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968" tIns="129968" rIns="129968" bIns="12996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Kaggle Notebook GPU, NumPy/Pandas, OpenCV</a:t>
          </a:r>
        </a:p>
      </dsp:txBody>
      <dsp:txXfrm>
        <a:off x="1418391" y="2200246"/>
        <a:ext cx="5795208" cy="122804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88B661-A793-4AF4-B73B-F7ED00D19C00}">
      <dsp:nvSpPr>
        <dsp:cNvPr id="0" name=""/>
        <dsp:cNvSpPr/>
      </dsp:nvSpPr>
      <dsp:spPr>
        <a:xfrm>
          <a:off x="0" y="499"/>
          <a:ext cx="7213600" cy="1169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5AD535-EE89-46A9-BCE7-00CB58361134}">
      <dsp:nvSpPr>
        <dsp:cNvPr id="0" name=""/>
        <dsp:cNvSpPr/>
      </dsp:nvSpPr>
      <dsp:spPr>
        <a:xfrm>
          <a:off x="353707" y="263587"/>
          <a:ext cx="643104" cy="6431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297A9B-107D-4CFB-A47B-754834328A03}">
      <dsp:nvSpPr>
        <dsp:cNvPr id="0" name=""/>
        <dsp:cNvSpPr/>
      </dsp:nvSpPr>
      <dsp:spPr>
        <a:xfrm>
          <a:off x="1350519" y="499"/>
          <a:ext cx="5863080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5 epoch, batch size 32</a:t>
          </a:r>
        </a:p>
      </dsp:txBody>
      <dsp:txXfrm>
        <a:off x="1350519" y="499"/>
        <a:ext cx="5863080" cy="1169280"/>
      </dsp:txXfrm>
    </dsp:sp>
    <dsp:sp modelId="{1EB54D34-4DC2-4570-A6C6-E05097A0A14B}">
      <dsp:nvSpPr>
        <dsp:cNvPr id="0" name=""/>
        <dsp:cNvSpPr/>
      </dsp:nvSpPr>
      <dsp:spPr>
        <a:xfrm>
          <a:off x="0" y="1462100"/>
          <a:ext cx="7213600" cy="1169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FD7D46-3356-455A-8F01-A2C0C738615E}">
      <dsp:nvSpPr>
        <dsp:cNvPr id="0" name=""/>
        <dsp:cNvSpPr/>
      </dsp:nvSpPr>
      <dsp:spPr>
        <a:xfrm>
          <a:off x="353707" y="1725188"/>
          <a:ext cx="643104" cy="6431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155A95-1A5C-455B-8CF3-6C230E85D429}">
      <dsp:nvSpPr>
        <dsp:cNvPr id="0" name=""/>
        <dsp:cNvSpPr/>
      </dsp:nvSpPr>
      <dsp:spPr>
        <a:xfrm>
          <a:off x="1350519" y="1462100"/>
          <a:ext cx="5863080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Validation accuracy cao nhất: 97.9% (epoch 2)</a:t>
          </a:r>
        </a:p>
      </dsp:txBody>
      <dsp:txXfrm>
        <a:off x="1350519" y="1462100"/>
        <a:ext cx="5863080" cy="1169280"/>
      </dsp:txXfrm>
    </dsp:sp>
    <dsp:sp modelId="{3B052547-1AC2-40D3-9932-11636AADBA4C}">
      <dsp:nvSpPr>
        <dsp:cNvPr id="0" name=""/>
        <dsp:cNvSpPr/>
      </dsp:nvSpPr>
      <dsp:spPr>
        <a:xfrm>
          <a:off x="0" y="2923701"/>
          <a:ext cx="7213600" cy="1169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DCF661-5918-4DC4-83BE-4AFDEFA95203}">
      <dsp:nvSpPr>
        <dsp:cNvPr id="0" name=""/>
        <dsp:cNvSpPr/>
      </dsp:nvSpPr>
      <dsp:spPr>
        <a:xfrm>
          <a:off x="353707" y="3186789"/>
          <a:ext cx="643104" cy="6431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CEAB4C-4249-442A-AA6C-E9D2D4815C53}">
      <dsp:nvSpPr>
        <dsp:cNvPr id="0" name=""/>
        <dsp:cNvSpPr/>
      </dsp:nvSpPr>
      <dsp:spPr>
        <a:xfrm>
          <a:off x="1350519" y="2923701"/>
          <a:ext cx="5863080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Overfitting nhẹ sau epoch 2</a:t>
          </a:r>
        </a:p>
      </dsp:txBody>
      <dsp:txXfrm>
        <a:off x="1350519" y="2923701"/>
        <a:ext cx="5863080" cy="116928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3410B3-AF67-4EC2-B313-C207A56CBDC3}">
      <dsp:nvSpPr>
        <dsp:cNvPr id="0" name=""/>
        <dsp:cNvSpPr/>
      </dsp:nvSpPr>
      <dsp:spPr>
        <a:xfrm>
          <a:off x="613109" y="1057143"/>
          <a:ext cx="962257" cy="9622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139480-7DD8-4E4E-9537-D380D875DB48}">
      <dsp:nvSpPr>
        <dsp:cNvPr id="0" name=""/>
        <dsp:cNvSpPr/>
      </dsp:nvSpPr>
      <dsp:spPr>
        <a:xfrm>
          <a:off x="25063" y="2316338"/>
          <a:ext cx="21383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Accuracy: 98.3%</a:t>
          </a:r>
        </a:p>
      </dsp:txBody>
      <dsp:txXfrm>
        <a:off x="25063" y="2316338"/>
        <a:ext cx="2138350" cy="720000"/>
      </dsp:txXfrm>
    </dsp:sp>
    <dsp:sp modelId="{D4BCBABA-1B61-4A6B-A171-229640E389ED}">
      <dsp:nvSpPr>
        <dsp:cNvPr id="0" name=""/>
        <dsp:cNvSpPr/>
      </dsp:nvSpPr>
      <dsp:spPr>
        <a:xfrm>
          <a:off x="3125671" y="1057143"/>
          <a:ext cx="962257" cy="9622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2FF7D6-9941-41E0-ACFA-D8712F5C6813}">
      <dsp:nvSpPr>
        <dsp:cNvPr id="0" name=""/>
        <dsp:cNvSpPr/>
      </dsp:nvSpPr>
      <dsp:spPr>
        <a:xfrm>
          <a:off x="2537625" y="2316338"/>
          <a:ext cx="21383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Precision, Recall, F1-score &gt; 98%</a:t>
          </a:r>
        </a:p>
      </dsp:txBody>
      <dsp:txXfrm>
        <a:off x="2537625" y="2316338"/>
        <a:ext cx="2138350" cy="720000"/>
      </dsp:txXfrm>
    </dsp:sp>
    <dsp:sp modelId="{8B27F62F-A31C-4383-BD04-139381C988EB}">
      <dsp:nvSpPr>
        <dsp:cNvPr id="0" name=""/>
        <dsp:cNvSpPr/>
      </dsp:nvSpPr>
      <dsp:spPr>
        <a:xfrm>
          <a:off x="5638232" y="1057143"/>
          <a:ext cx="962257" cy="9622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BCD658-290F-454A-A468-70BDCBC75309}">
      <dsp:nvSpPr>
        <dsp:cNvPr id="0" name=""/>
        <dsp:cNvSpPr/>
      </dsp:nvSpPr>
      <dsp:spPr>
        <a:xfrm>
          <a:off x="5050186" y="2316338"/>
          <a:ext cx="21383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Confusion Matrix cân bằng giữa các lớp</a:t>
          </a:r>
        </a:p>
      </dsp:txBody>
      <dsp:txXfrm>
        <a:off x="5050186" y="2316338"/>
        <a:ext cx="213835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E10B4F-071A-46A1-8DFC-7F16CFA8B86A}">
      <dsp:nvSpPr>
        <dsp:cNvPr id="0" name=""/>
        <dsp:cNvSpPr/>
      </dsp:nvSpPr>
      <dsp:spPr>
        <a:xfrm>
          <a:off x="0" y="665190"/>
          <a:ext cx="7213600" cy="122804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BBE830-D20C-4F1E-9A05-81ECD7002809}">
      <dsp:nvSpPr>
        <dsp:cNvPr id="0" name=""/>
        <dsp:cNvSpPr/>
      </dsp:nvSpPr>
      <dsp:spPr>
        <a:xfrm>
          <a:off x="371483" y="941500"/>
          <a:ext cx="675424" cy="6754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B61DBB-5B64-479B-80FE-7BF3090CD416}">
      <dsp:nvSpPr>
        <dsp:cNvPr id="0" name=""/>
        <dsp:cNvSpPr/>
      </dsp:nvSpPr>
      <dsp:spPr>
        <a:xfrm>
          <a:off x="1418391" y="665190"/>
          <a:ext cx="5795208" cy="1228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968" tIns="129968" rIns="129968" bIns="129968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Overfitting nhẹ, validation loss tăng cuối epoch</a:t>
          </a:r>
        </a:p>
      </dsp:txBody>
      <dsp:txXfrm>
        <a:off x="1418391" y="665190"/>
        <a:ext cx="5795208" cy="1228044"/>
      </dsp:txXfrm>
    </dsp:sp>
    <dsp:sp modelId="{336B34C7-072E-4E0B-B106-8AAA74E86931}">
      <dsp:nvSpPr>
        <dsp:cNvPr id="0" name=""/>
        <dsp:cNvSpPr/>
      </dsp:nvSpPr>
      <dsp:spPr>
        <a:xfrm>
          <a:off x="0" y="2200246"/>
          <a:ext cx="7213600" cy="122804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9E6CCB-72E3-4338-9EAB-6140F4953849}">
      <dsp:nvSpPr>
        <dsp:cNvPr id="0" name=""/>
        <dsp:cNvSpPr/>
      </dsp:nvSpPr>
      <dsp:spPr>
        <a:xfrm>
          <a:off x="371483" y="2476556"/>
          <a:ext cx="675424" cy="6754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A695DD-F075-43FB-A882-FB28BD325F6C}">
      <dsp:nvSpPr>
        <dsp:cNvPr id="0" name=""/>
        <dsp:cNvSpPr/>
      </dsp:nvSpPr>
      <dsp:spPr>
        <a:xfrm>
          <a:off x="1418391" y="2200246"/>
          <a:ext cx="5795208" cy="1228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968" tIns="129968" rIns="129968" bIns="129968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Giải pháp: tăng regularization, early stopping, data augmentation, thêm dữ liệu</a:t>
          </a:r>
        </a:p>
      </dsp:txBody>
      <dsp:txXfrm>
        <a:off x="1418391" y="2200246"/>
        <a:ext cx="5795208" cy="12280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08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401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529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512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013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512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656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983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981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964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35420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1324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308036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030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0417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865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441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loại</a:t>
            </a:r>
            <a:r>
              <a:rPr dirty="0"/>
              <a:t> Food/Non-Food </a:t>
            </a:r>
            <a:r>
              <a:rPr dirty="0" err="1"/>
              <a:t>với</a:t>
            </a:r>
            <a:r>
              <a:rPr dirty="0"/>
              <a:t> ResNet50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4222679"/>
            <a:ext cx="6347714" cy="1818684"/>
          </a:xfrm>
        </p:spPr>
        <p:txBody>
          <a:bodyPr/>
          <a:lstStyle/>
          <a:p>
            <a:endParaRPr dirty="0"/>
          </a:p>
          <a:p>
            <a:r>
              <a:rPr dirty="0" err="1"/>
              <a:t>Tác</a:t>
            </a:r>
            <a:r>
              <a:rPr dirty="0"/>
              <a:t> </a:t>
            </a:r>
            <a:r>
              <a:rPr dirty="0" err="1"/>
              <a:t>giả</a:t>
            </a:r>
            <a:r>
              <a:rPr dirty="0"/>
              <a:t>: Lý </a:t>
            </a:r>
            <a:r>
              <a:rPr dirty="0" err="1"/>
              <a:t>Trần</a:t>
            </a:r>
            <a:r>
              <a:rPr dirty="0"/>
              <a:t> Kiên, </a:t>
            </a:r>
            <a:r>
              <a:rPr dirty="0" err="1"/>
              <a:t>Trần</a:t>
            </a:r>
            <a:r>
              <a:rPr dirty="0"/>
              <a:t> </a:t>
            </a:r>
            <a:r>
              <a:rPr dirty="0" err="1"/>
              <a:t>Đình</a:t>
            </a:r>
            <a:r>
              <a:rPr dirty="0"/>
              <a:t> Ngọc, Đoàn Dương </a:t>
            </a:r>
            <a:r>
              <a:rPr dirty="0" err="1"/>
              <a:t>Hưng</a:t>
            </a:r>
            <a:endParaRPr dirty="0"/>
          </a:p>
          <a:p>
            <a:r>
              <a:rPr dirty="0"/>
              <a:t>ĐH Quốc </a:t>
            </a:r>
            <a:r>
              <a:rPr dirty="0" err="1"/>
              <a:t>gia</a:t>
            </a:r>
            <a:r>
              <a:rPr dirty="0"/>
              <a:t> Hà </a:t>
            </a:r>
            <a:r>
              <a:rPr dirty="0" err="1"/>
              <a:t>Nội</a:t>
            </a:r>
            <a:r>
              <a:rPr dirty="0"/>
              <a:t> - Trường ĐH Khoa </a:t>
            </a:r>
            <a:r>
              <a:rPr dirty="0" err="1"/>
              <a:t>học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nhiên</a:t>
            </a:r>
            <a:endParaRPr dirty="0"/>
          </a:p>
          <a:p>
            <a:r>
              <a:rPr dirty="0"/>
              <a:t>Học </a:t>
            </a:r>
            <a:r>
              <a:rPr dirty="0" err="1"/>
              <a:t>kỳ</a:t>
            </a:r>
            <a:r>
              <a:rPr dirty="0"/>
              <a:t> 1, </a:t>
            </a:r>
            <a:r>
              <a:rPr dirty="0" err="1"/>
              <a:t>Năm</a:t>
            </a:r>
            <a:r>
              <a:rPr dirty="0"/>
              <a:t> </a:t>
            </a:r>
            <a:r>
              <a:rPr dirty="0" err="1"/>
              <a:t>học</a:t>
            </a:r>
            <a:r>
              <a:rPr dirty="0"/>
              <a:t>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Tóm tắt</a:t>
            </a:r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A084107-2EEF-EE73-B245-854148BB25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4810531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Bài toán đặt ra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AC531D-1321-4A5D-3BEC-295FE55A83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0954143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Tầm quan trọng &amp; thách thức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67725C-CBF9-BB2A-FF16-3F7DF6E913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562241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962" y="1179151"/>
            <a:ext cx="2475485" cy="4463889"/>
          </a:xfrm>
        </p:spPr>
        <p:txBody>
          <a:bodyPr anchor="ctr">
            <a:normAutofit/>
          </a:bodyPr>
          <a:lstStyle/>
          <a:p>
            <a:r>
              <a:t>Phương pháp nghiên cứu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336549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2502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4188" y="1109145"/>
            <a:ext cx="4755762" cy="4603900"/>
          </a:xfrm>
        </p:spPr>
        <p:txBody>
          <a:bodyPr anchor="ctr">
            <a:normAutofit/>
          </a:bodyPr>
          <a:lstStyle/>
          <a:p>
            <a:endParaRPr/>
          </a:p>
          <a:p>
            <a:r>
              <a:t>Fine-tuning ResNet50 (CNN sâu)</a:t>
            </a:r>
          </a:p>
          <a:p>
            <a:r>
              <a:t>Trọng số pretrained ImageNet</a:t>
            </a:r>
          </a:p>
          <a:p>
            <a:r>
              <a:t>Data augmentation + Dropout + Binary Cross-Entropy + Adam optimizer</a:t>
            </a: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523104" y="0"/>
            <a:ext cx="631947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Quy trình huấn luyện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1D8988-B1B8-BC1D-6F4E-1200AD7ECE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6099255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Chèn ảnh pipeline.png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962" y="1179151"/>
            <a:ext cx="2475485" cy="4463889"/>
          </a:xfrm>
        </p:spPr>
        <p:txBody>
          <a:bodyPr anchor="ctr">
            <a:normAutofit/>
          </a:bodyPr>
          <a:lstStyle/>
          <a:p>
            <a:r>
              <a:t>Triển khai trên Kaggle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336549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2502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4188" y="1109145"/>
            <a:ext cx="4755762" cy="4603900"/>
          </a:xfrm>
        </p:spPr>
        <p:txBody>
          <a:bodyPr anchor="ctr">
            <a:normAutofit/>
          </a:bodyPr>
          <a:lstStyle/>
          <a:p>
            <a:endParaRPr/>
          </a:p>
          <a:p>
            <a:r>
              <a:t>Training: 1500 Food – 1500 Non-Food</a:t>
            </a:r>
          </a:p>
          <a:p>
            <a:r>
              <a:t>Validation: 500 Food – 500 Non-Food</a:t>
            </a:r>
          </a:p>
          <a:p>
            <a:r>
              <a:t>Test: 500 Food – 500 Non-Food</a:t>
            </a:r>
          </a:p>
          <a:p>
            <a:r>
              <a:t>Nguồn dữ liệu: Food-5K Kaggle</a:t>
            </a: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523104" y="0"/>
            <a:ext cx="631947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rPr dirty="0"/>
              <a:t>Công </a:t>
            </a:r>
            <a:r>
              <a:rPr dirty="0" err="1"/>
              <a:t>cụ</a:t>
            </a:r>
            <a:r>
              <a:rPr dirty="0"/>
              <a:t> &amp; </a:t>
            </a: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nghệ</a:t>
            </a:r>
            <a:endParaRPr dirty="0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989DC3-2CD1-B901-4B59-71849A8E18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4878019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Kết quả huấn luyện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C1C024-F0DF-0379-32D2-1729A26C55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4123252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Biểu đồ quá trình học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Chèn ảnh accuracy.png và loss.png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Kết quả kiểm thử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52F984-44ED-6B59-F26E-3AC9B6DD1C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2537190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Hạn chế &amp; cải tiến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27BB88-A80A-AA44-71A1-42A916FF11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3536014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962" y="1179151"/>
            <a:ext cx="2475485" cy="4463889"/>
          </a:xfrm>
        </p:spPr>
        <p:txBody>
          <a:bodyPr anchor="ctr">
            <a:normAutofit/>
          </a:bodyPr>
          <a:lstStyle/>
          <a:p>
            <a:r>
              <a:t>Kết luận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336549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2502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4188" y="1109145"/>
            <a:ext cx="4755762" cy="4603900"/>
          </a:xfrm>
        </p:spPr>
        <p:txBody>
          <a:bodyPr anchor="ctr">
            <a:normAutofit/>
          </a:bodyPr>
          <a:lstStyle/>
          <a:p>
            <a:endParaRPr/>
          </a:p>
          <a:p>
            <a:r>
              <a:t>ResNet50 fine-tuning đạt 98.3% accuracy</a:t>
            </a:r>
          </a:p>
          <a:p>
            <a:r>
              <a:t>Data augmentation + Dropout + EarlyStopping hiệu quả</a:t>
            </a:r>
          </a:p>
          <a:p>
            <a:r>
              <a:t>Tận dụng pretrained ImageNet giảm thời gian huấn luyện</a:t>
            </a: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523104" y="0"/>
            <a:ext cx="631947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126" y="609600"/>
            <a:ext cx="6447501" cy="1320800"/>
          </a:xfrm>
        </p:spPr>
        <p:txBody>
          <a:bodyPr>
            <a:normAutofit/>
          </a:bodyPr>
          <a:lstStyle/>
          <a:p>
            <a:r>
              <a:t>Hướng phát triển</a:t>
            </a: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0126" y="2160589"/>
            <a:ext cx="6447501" cy="3880773"/>
          </a:xfrm>
        </p:spPr>
        <p:txBody>
          <a:bodyPr>
            <a:normAutofit/>
          </a:bodyPr>
          <a:lstStyle/>
          <a:p>
            <a:endParaRPr/>
          </a:p>
          <a:p>
            <a:r>
              <a:t>Mở rộng dữ liệu, thử kiến trúc mới (EfficientNet, ViT)</a:t>
            </a:r>
          </a:p>
          <a:p>
            <a:r>
              <a:t>Phân loại đa lớp hoặc đa nhãn</a:t>
            </a:r>
          </a:p>
          <a:p>
            <a:r>
              <a:t>Ứng dụng thực tế (app di động, gợi ý thực đơn)</a:t>
            </a:r>
          </a:p>
          <a:p>
            <a:r>
              <a:t>Explainable AI (Grad-CAM, LIME)</a:t>
            </a:r>
          </a:p>
          <a:p>
            <a:r>
              <a:t>Tối ưu triển khai (quantization, pruning)</a:t>
            </a: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962" y="1179151"/>
            <a:ext cx="2475485" cy="4463889"/>
          </a:xfrm>
        </p:spPr>
        <p:txBody>
          <a:bodyPr anchor="ctr">
            <a:normAutofit/>
          </a:bodyPr>
          <a:lstStyle/>
          <a:p>
            <a:r>
              <a:t>Phụ lục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336549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2502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4188" y="1109145"/>
            <a:ext cx="4755762" cy="4603900"/>
          </a:xfrm>
        </p:spPr>
        <p:txBody>
          <a:bodyPr anchor="ctr">
            <a:normAutofit/>
          </a:bodyPr>
          <a:lstStyle/>
          <a:p>
            <a:endParaRPr/>
          </a:p>
          <a:p>
            <a:r>
              <a:t>Notebook Kaggle: https://www.kaggle.com/code/kienlytran/food-5k-feature-extraction-with-resnet50-keras</a:t>
            </a:r>
          </a:p>
          <a:p>
            <a:r>
              <a:t>Trọng số ResNet50 (không include top): resnet50_weights_tf_dim_ordering_tf_kernels_notop.h5</a:t>
            </a: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523104" y="0"/>
            <a:ext cx="631947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</TotalTime>
  <Words>499</Words>
  <Application>Microsoft Office PowerPoint</Application>
  <PresentationFormat>On-screen Show (4:3)</PresentationFormat>
  <Paragraphs>70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Trebuchet MS</vt:lpstr>
      <vt:lpstr>Wingdings 3</vt:lpstr>
      <vt:lpstr>Facet</vt:lpstr>
      <vt:lpstr>Phân loại Food/Non-Food với ResNet50</vt:lpstr>
      <vt:lpstr>Tóm tắt</vt:lpstr>
      <vt:lpstr>Bài toán đặt ra</vt:lpstr>
      <vt:lpstr>Tầm quan trọng &amp; thách thức</vt:lpstr>
      <vt:lpstr>Phương pháp nghiên cứu</vt:lpstr>
      <vt:lpstr>Quy trình huấn luyện</vt:lpstr>
      <vt:lpstr>Training pipeline</vt:lpstr>
      <vt:lpstr>Triển khai trên Kaggle</vt:lpstr>
      <vt:lpstr>Công cụ &amp; công nghệ</vt:lpstr>
      <vt:lpstr>Kết quả huấn luyện</vt:lpstr>
      <vt:lpstr>Biểu đồ quá trình học</vt:lpstr>
      <vt:lpstr>Kết quả kiểm thử</vt:lpstr>
      <vt:lpstr>Hạn chế &amp; cải tiến</vt:lpstr>
      <vt:lpstr>Kết luận</vt:lpstr>
      <vt:lpstr>Hướng phát triển</vt:lpstr>
      <vt:lpstr>Phụ lục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kien17112005@gmail.com.vn</cp:lastModifiedBy>
  <cp:revision>2</cp:revision>
  <dcterms:created xsi:type="dcterms:W3CDTF">2013-01-27T09:14:16Z</dcterms:created>
  <dcterms:modified xsi:type="dcterms:W3CDTF">2025-11-26T00:26:14Z</dcterms:modified>
  <cp:category/>
</cp:coreProperties>
</file>